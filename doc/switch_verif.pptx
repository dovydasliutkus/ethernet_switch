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78206E"/>
    <a:srgbClr val="CC0000"/>
    <a:srgbClr val="FF3333"/>
    <a:srgbClr val="FF8181"/>
    <a:srgbClr val="E6A2DE"/>
    <a:srgbClr val="147BEC"/>
    <a:srgbClr val="A0E2F6"/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04FDF-E806-42C9-AC16-52E9A7194605}" v="30" dt="2026-05-16T14:27:41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29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l Araweelo Almis" userId="3993e134-c4fc-40d2-a76d-52b691df0319" providerId="ADAL" clId="{AA987346-2B38-4322-9659-AB0670196531}"/>
    <pc:docChg chg="undo custSel modSld">
      <pc:chgData name="Amal Araweelo Almis" userId="3993e134-c4fc-40d2-a76d-52b691df0319" providerId="ADAL" clId="{AA987346-2B38-4322-9659-AB0670196531}" dt="2026-05-16T14:28:50.421" v="2044" actId="13822"/>
      <pc:docMkLst>
        <pc:docMk/>
      </pc:docMkLst>
      <pc:sldChg chg="addSp delSp modSp mod">
        <pc:chgData name="Amal Araweelo Almis" userId="3993e134-c4fc-40d2-a76d-52b691df0319" providerId="ADAL" clId="{AA987346-2B38-4322-9659-AB0670196531}" dt="2026-05-16T14:28:50.421" v="2044" actId="13822"/>
        <pc:sldMkLst>
          <pc:docMk/>
          <pc:sldMk cId="1747689547" sldId="256"/>
        </pc:sldMkLst>
        <pc:spChg chg="del">
          <ac:chgData name="Amal Araweelo Almis" userId="3993e134-c4fc-40d2-a76d-52b691df0319" providerId="ADAL" clId="{AA987346-2B38-4322-9659-AB0670196531}" dt="2026-05-16T13:36:36.205" v="0" actId="478"/>
          <ac:spMkLst>
            <pc:docMk/>
            <pc:sldMk cId="1747689547" sldId="256"/>
            <ac:spMk id="2" creationId="{A0831628-7617-8545-FED0-0D6C295545CE}"/>
          </ac:spMkLst>
        </pc:spChg>
        <pc:spChg chg="del">
          <ac:chgData name="Amal Araweelo Almis" userId="3993e134-c4fc-40d2-a76d-52b691df0319" providerId="ADAL" clId="{AA987346-2B38-4322-9659-AB0670196531}" dt="2026-05-16T13:36:37.804" v="1" actId="478"/>
          <ac:spMkLst>
            <pc:docMk/>
            <pc:sldMk cId="1747689547" sldId="256"/>
            <ac:spMk id="3" creationId="{D6F39FA8-0BFF-79A4-A830-53A63CB8D2EA}"/>
          </ac:spMkLst>
        </pc:spChg>
        <pc:spChg chg="add del mod">
          <ac:chgData name="Amal Araweelo Almis" userId="3993e134-c4fc-40d2-a76d-52b691df0319" providerId="ADAL" clId="{AA987346-2B38-4322-9659-AB0670196531}" dt="2026-05-16T13:58:53.342" v="759" actId="14100"/>
          <ac:spMkLst>
            <pc:docMk/>
            <pc:sldMk cId="1747689547" sldId="256"/>
            <ac:spMk id="4" creationId="{DB4157C0-1CBF-C72D-DCA9-98F870CD5943}"/>
          </ac:spMkLst>
        </pc:spChg>
        <pc:spChg chg="add mod">
          <ac:chgData name="Amal Araweelo Almis" userId="3993e134-c4fc-40d2-a76d-52b691df0319" providerId="ADAL" clId="{AA987346-2B38-4322-9659-AB0670196531}" dt="2026-05-16T13:43:32.059" v="196" actId="1076"/>
          <ac:spMkLst>
            <pc:docMk/>
            <pc:sldMk cId="1747689547" sldId="256"/>
            <ac:spMk id="5" creationId="{98C18D0B-34CE-D288-78CF-32A9EC7D32EF}"/>
          </ac:spMkLst>
        </pc:spChg>
        <pc:spChg chg="add mod">
          <ac:chgData name="Amal Araweelo Almis" userId="3993e134-c4fc-40d2-a76d-52b691df0319" providerId="ADAL" clId="{AA987346-2B38-4322-9659-AB0670196531}" dt="2026-05-16T13:46:08.960" v="270" actId="1076"/>
          <ac:spMkLst>
            <pc:docMk/>
            <pc:sldMk cId="1747689547" sldId="256"/>
            <ac:spMk id="6" creationId="{B620F09A-44CC-C81A-B761-12CC41CFECE4}"/>
          </ac:spMkLst>
        </pc:spChg>
        <pc:spChg chg="add mod">
          <ac:chgData name="Amal Araweelo Almis" userId="3993e134-c4fc-40d2-a76d-52b691df0319" providerId="ADAL" clId="{AA987346-2B38-4322-9659-AB0670196531}" dt="2026-05-16T13:46:07.506" v="269" actId="1076"/>
          <ac:spMkLst>
            <pc:docMk/>
            <pc:sldMk cId="1747689547" sldId="256"/>
            <ac:spMk id="7" creationId="{C386459A-02AC-70D1-33FB-7E0BF70BDDD7}"/>
          </ac:spMkLst>
        </pc:spChg>
        <pc:spChg chg="add mod">
          <ac:chgData name="Amal Araweelo Almis" userId="3993e134-c4fc-40d2-a76d-52b691df0319" providerId="ADAL" clId="{AA987346-2B38-4322-9659-AB0670196531}" dt="2026-05-16T13:46:14.725" v="271" actId="1076"/>
          <ac:spMkLst>
            <pc:docMk/>
            <pc:sldMk cId="1747689547" sldId="256"/>
            <ac:spMk id="8" creationId="{4C2710F7-41AA-D3C0-F133-A8B542D79D18}"/>
          </ac:spMkLst>
        </pc:spChg>
        <pc:spChg chg="add del">
          <ac:chgData name="Amal Araweelo Almis" userId="3993e134-c4fc-40d2-a76d-52b691df0319" providerId="ADAL" clId="{AA987346-2B38-4322-9659-AB0670196531}" dt="2026-05-16T13:42:16.523" v="178" actId="11529"/>
          <ac:spMkLst>
            <pc:docMk/>
            <pc:sldMk cId="1747689547" sldId="256"/>
            <ac:spMk id="11" creationId="{68B5E2BB-274B-7FE0-768B-08C679972EB5}"/>
          </ac:spMkLst>
        </pc:spChg>
        <pc:spChg chg="add mod">
          <ac:chgData name="Amal Araweelo Almis" userId="3993e134-c4fc-40d2-a76d-52b691df0319" providerId="ADAL" clId="{AA987346-2B38-4322-9659-AB0670196531}" dt="2026-05-16T13:45:24.632" v="254" actId="113"/>
          <ac:spMkLst>
            <pc:docMk/>
            <pc:sldMk cId="1747689547" sldId="256"/>
            <ac:spMk id="29" creationId="{99180E0A-78EE-BF07-F55F-DDD4470EA6C2}"/>
          </ac:spMkLst>
        </pc:spChg>
        <pc:spChg chg="add mod">
          <ac:chgData name="Amal Araweelo Almis" userId="3993e134-c4fc-40d2-a76d-52b691df0319" providerId="ADAL" clId="{AA987346-2B38-4322-9659-AB0670196531}" dt="2026-05-16T13:47:30.838" v="283" actId="14100"/>
          <ac:spMkLst>
            <pc:docMk/>
            <pc:sldMk cId="1747689547" sldId="256"/>
            <ac:spMk id="40" creationId="{3B1096C7-7F2D-AE36-5854-EEFCDBC76A09}"/>
          </ac:spMkLst>
        </pc:spChg>
        <pc:spChg chg="add mod">
          <ac:chgData name="Amal Araweelo Almis" userId="3993e134-c4fc-40d2-a76d-52b691df0319" providerId="ADAL" clId="{AA987346-2B38-4322-9659-AB0670196531}" dt="2026-05-16T13:48:33.166" v="336" actId="1076"/>
          <ac:spMkLst>
            <pc:docMk/>
            <pc:sldMk cId="1747689547" sldId="256"/>
            <ac:spMk id="58" creationId="{EC51576D-0699-78BE-9E04-1E054916B0D3}"/>
          </ac:spMkLst>
        </pc:spChg>
        <pc:spChg chg="add mod">
          <ac:chgData name="Amal Araweelo Almis" userId="3993e134-c4fc-40d2-a76d-52b691df0319" providerId="ADAL" clId="{AA987346-2B38-4322-9659-AB0670196531}" dt="2026-05-16T13:48:28.821" v="334" actId="1076"/>
          <ac:spMkLst>
            <pc:docMk/>
            <pc:sldMk cId="1747689547" sldId="256"/>
            <ac:spMk id="63" creationId="{7A61A67F-9D98-4E60-A7D2-6E39A2D5CE2C}"/>
          </ac:spMkLst>
        </pc:spChg>
        <pc:spChg chg="add mod">
          <ac:chgData name="Amal Araweelo Almis" userId="3993e134-c4fc-40d2-a76d-52b691df0319" providerId="ADAL" clId="{AA987346-2B38-4322-9659-AB0670196531}" dt="2026-05-16T13:48:39.291" v="343" actId="14100"/>
          <ac:spMkLst>
            <pc:docMk/>
            <pc:sldMk cId="1747689547" sldId="256"/>
            <ac:spMk id="64" creationId="{E2C895E4-8AC8-2363-BEFC-A264724AE464}"/>
          </ac:spMkLst>
        </pc:spChg>
        <pc:spChg chg="add mod">
          <ac:chgData name="Amal Araweelo Almis" userId="3993e134-c4fc-40d2-a76d-52b691df0319" providerId="ADAL" clId="{AA987346-2B38-4322-9659-AB0670196531}" dt="2026-05-16T13:48:49.713" v="351" actId="20577"/>
          <ac:spMkLst>
            <pc:docMk/>
            <pc:sldMk cId="1747689547" sldId="256"/>
            <ac:spMk id="65" creationId="{D911B84F-5922-A171-A8C2-CC814B10ED85}"/>
          </ac:spMkLst>
        </pc:spChg>
        <pc:spChg chg="add mod">
          <ac:chgData name="Amal Araweelo Almis" userId="3993e134-c4fc-40d2-a76d-52b691df0319" providerId="ADAL" clId="{AA987346-2B38-4322-9659-AB0670196531}" dt="2026-05-16T14:10:34.686" v="1301" actId="14100"/>
          <ac:spMkLst>
            <pc:docMk/>
            <pc:sldMk cId="1747689547" sldId="256"/>
            <ac:spMk id="66" creationId="{3D455E1B-C5D8-05F1-3756-2196C8F8505B}"/>
          </ac:spMkLst>
        </pc:spChg>
        <pc:spChg chg="add mod">
          <ac:chgData name="Amal Araweelo Almis" userId="3993e134-c4fc-40d2-a76d-52b691df0319" providerId="ADAL" clId="{AA987346-2B38-4322-9659-AB0670196531}" dt="2026-05-16T14:10:30.073" v="1299" actId="1076"/>
          <ac:spMkLst>
            <pc:docMk/>
            <pc:sldMk cId="1747689547" sldId="256"/>
            <ac:spMk id="67" creationId="{64AE1B27-09DB-383A-1CBF-0BB983230273}"/>
          </ac:spMkLst>
        </pc:spChg>
        <pc:spChg chg="add mod">
          <ac:chgData name="Amal Araweelo Almis" userId="3993e134-c4fc-40d2-a76d-52b691df0319" providerId="ADAL" clId="{AA987346-2B38-4322-9659-AB0670196531}" dt="2026-05-16T14:10:23.344" v="1297" actId="1076"/>
          <ac:spMkLst>
            <pc:docMk/>
            <pc:sldMk cId="1747689547" sldId="256"/>
            <ac:spMk id="68" creationId="{63C79F0E-47A9-5D86-6FC2-071B6D38BB10}"/>
          </ac:spMkLst>
        </pc:spChg>
        <pc:spChg chg="add mod">
          <ac:chgData name="Amal Araweelo Almis" userId="3993e134-c4fc-40d2-a76d-52b691df0319" providerId="ADAL" clId="{AA987346-2B38-4322-9659-AB0670196531}" dt="2026-05-16T14:10:18.709" v="1296" actId="1076"/>
          <ac:spMkLst>
            <pc:docMk/>
            <pc:sldMk cId="1747689547" sldId="256"/>
            <ac:spMk id="69" creationId="{E17B1B5F-AA1F-9C25-949C-F4707C2F0C25}"/>
          </ac:spMkLst>
        </pc:spChg>
        <pc:spChg chg="add del">
          <ac:chgData name="Amal Araweelo Almis" userId="3993e134-c4fc-40d2-a76d-52b691df0319" providerId="ADAL" clId="{AA987346-2B38-4322-9659-AB0670196531}" dt="2026-05-16T14:00:30.804" v="777" actId="11529"/>
          <ac:spMkLst>
            <pc:docMk/>
            <pc:sldMk cId="1747689547" sldId="256"/>
            <ac:spMk id="111" creationId="{C8B42B5E-C32B-5C04-2E13-12899457ECB2}"/>
          </ac:spMkLst>
        </pc:spChg>
        <pc:spChg chg="add mod">
          <ac:chgData name="Amal Araweelo Almis" userId="3993e134-c4fc-40d2-a76d-52b691df0319" providerId="ADAL" clId="{AA987346-2B38-4322-9659-AB0670196531}" dt="2026-05-16T14:20:33.608" v="1843" actId="14100"/>
          <ac:spMkLst>
            <pc:docMk/>
            <pc:sldMk cId="1747689547" sldId="256"/>
            <ac:spMk id="112" creationId="{DBF7F58F-A678-A8B7-636E-39D5452E9EDD}"/>
          </ac:spMkLst>
        </pc:spChg>
        <pc:spChg chg="add mod">
          <ac:chgData name="Amal Araweelo Almis" userId="3993e134-c4fc-40d2-a76d-52b691df0319" providerId="ADAL" clId="{AA987346-2B38-4322-9659-AB0670196531}" dt="2026-05-16T14:08:31.074" v="1268" actId="404"/>
          <ac:spMkLst>
            <pc:docMk/>
            <pc:sldMk cId="1747689547" sldId="256"/>
            <ac:spMk id="113" creationId="{9CCC652A-9F18-980D-002B-61348E9AC578}"/>
          </ac:spMkLst>
        </pc:spChg>
        <pc:spChg chg="add mod">
          <ac:chgData name="Amal Araweelo Almis" userId="3993e134-c4fc-40d2-a76d-52b691df0319" providerId="ADAL" clId="{AA987346-2B38-4322-9659-AB0670196531}" dt="2026-05-16T14:09:50.027" v="1287" actId="208"/>
          <ac:spMkLst>
            <pc:docMk/>
            <pc:sldMk cId="1747689547" sldId="256"/>
            <ac:spMk id="117" creationId="{6B7A4E9C-FF96-CCF4-1775-E02BE37C7766}"/>
          </ac:spMkLst>
        </pc:spChg>
        <pc:spChg chg="add mod">
          <ac:chgData name="Amal Araweelo Almis" userId="3993e134-c4fc-40d2-a76d-52b691df0319" providerId="ADAL" clId="{AA987346-2B38-4322-9659-AB0670196531}" dt="2026-05-16T14:23:39.252" v="1885" actId="207"/>
          <ac:spMkLst>
            <pc:docMk/>
            <pc:sldMk cId="1747689547" sldId="256"/>
            <ac:spMk id="121" creationId="{878DD09D-EC00-2F82-C3CB-05DFE0367325}"/>
          </ac:spMkLst>
        </pc:spChg>
        <pc:spChg chg="add mod">
          <ac:chgData name="Amal Araweelo Almis" userId="3993e134-c4fc-40d2-a76d-52b691df0319" providerId="ADAL" clId="{AA987346-2B38-4322-9659-AB0670196531}" dt="2026-05-16T14:13:48.168" v="1587" actId="14100"/>
          <ac:spMkLst>
            <pc:docMk/>
            <pc:sldMk cId="1747689547" sldId="256"/>
            <ac:spMk id="125" creationId="{8CCC71A8-BDFC-4613-798D-6B9CBF5D0DB5}"/>
          </ac:spMkLst>
        </pc:spChg>
        <pc:spChg chg="add mod">
          <ac:chgData name="Amal Araweelo Almis" userId="3993e134-c4fc-40d2-a76d-52b691df0319" providerId="ADAL" clId="{AA987346-2B38-4322-9659-AB0670196531}" dt="2026-05-16T14:26:03.394" v="1923" actId="207"/>
          <ac:spMkLst>
            <pc:docMk/>
            <pc:sldMk cId="1747689547" sldId="256"/>
            <ac:spMk id="128" creationId="{8F5D5B92-EBB3-8822-4A98-13C89D3DC948}"/>
          </ac:spMkLst>
        </pc:spChg>
        <pc:spChg chg="add mod">
          <ac:chgData name="Amal Araweelo Almis" userId="3993e134-c4fc-40d2-a76d-52b691df0319" providerId="ADAL" clId="{AA987346-2B38-4322-9659-AB0670196531}" dt="2026-05-16T14:22:18.856" v="1857" actId="1076"/>
          <ac:spMkLst>
            <pc:docMk/>
            <pc:sldMk cId="1747689547" sldId="256"/>
            <ac:spMk id="129" creationId="{1D8D9B4F-6BD6-3D61-2FE8-6107E56457E7}"/>
          </ac:spMkLst>
        </pc:spChg>
        <pc:spChg chg="add mod">
          <ac:chgData name="Amal Araweelo Almis" userId="3993e134-c4fc-40d2-a76d-52b691df0319" providerId="ADAL" clId="{AA987346-2B38-4322-9659-AB0670196531}" dt="2026-05-16T14:16:01.195" v="1745" actId="1076"/>
          <ac:spMkLst>
            <pc:docMk/>
            <pc:sldMk cId="1747689547" sldId="256"/>
            <ac:spMk id="130" creationId="{F17E7603-0EC9-D661-20CB-3F2BCE2DEAD0}"/>
          </ac:spMkLst>
        </pc:spChg>
        <pc:spChg chg="add mod">
          <ac:chgData name="Amal Araweelo Almis" userId="3993e134-c4fc-40d2-a76d-52b691df0319" providerId="ADAL" clId="{AA987346-2B38-4322-9659-AB0670196531}" dt="2026-05-16T14:22:34.233" v="1861" actId="20577"/>
          <ac:spMkLst>
            <pc:docMk/>
            <pc:sldMk cId="1747689547" sldId="256"/>
            <ac:spMk id="131" creationId="{5F7A620C-4D69-7478-13EE-DD156CDD8D62}"/>
          </ac:spMkLst>
        </pc:spChg>
        <pc:spChg chg="add mod">
          <ac:chgData name="Amal Araweelo Almis" userId="3993e134-c4fc-40d2-a76d-52b691df0319" providerId="ADAL" clId="{AA987346-2B38-4322-9659-AB0670196531}" dt="2026-05-16T14:22:25.374" v="1859" actId="1076"/>
          <ac:spMkLst>
            <pc:docMk/>
            <pc:sldMk cId="1747689547" sldId="256"/>
            <ac:spMk id="137" creationId="{CF1F3130-D146-1648-64BD-41833C67C8CA}"/>
          </ac:spMkLst>
        </pc:spChg>
        <pc:spChg chg="add del mod">
          <ac:chgData name="Amal Araweelo Almis" userId="3993e134-c4fc-40d2-a76d-52b691df0319" providerId="ADAL" clId="{AA987346-2B38-4322-9659-AB0670196531}" dt="2026-05-16T14:23:56.640" v="1894" actId="478"/>
          <ac:spMkLst>
            <pc:docMk/>
            <pc:sldMk cId="1747689547" sldId="256"/>
            <ac:spMk id="155" creationId="{08F042C5-D2E1-7CD0-A680-94601917E8D3}"/>
          </ac:spMkLst>
        </pc:spChg>
        <pc:spChg chg="add mod">
          <ac:chgData name="Amal Araweelo Almis" userId="3993e134-c4fc-40d2-a76d-52b691df0319" providerId="ADAL" clId="{AA987346-2B38-4322-9659-AB0670196531}" dt="2026-05-16T14:24:54.903" v="1913" actId="1076"/>
          <ac:spMkLst>
            <pc:docMk/>
            <pc:sldMk cId="1747689547" sldId="256"/>
            <ac:spMk id="156" creationId="{AE016ED0-DDD7-9E2E-BD66-CF11F3DDCBA5}"/>
          </ac:spMkLst>
        </pc:spChg>
        <pc:spChg chg="add mod ord">
          <ac:chgData name="Amal Araweelo Almis" userId="3993e134-c4fc-40d2-a76d-52b691df0319" providerId="ADAL" clId="{AA987346-2B38-4322-9659-AB0670196531}" dt="2026-05-16T14:24:54.903" v="1913" actId="1076"/>
          <ac:spMkLst>
            <pc:docMk/>
            <pc:sldMk cId="1747689547" sldId="256"/>
            <ac:spMk id="157" creationId="{C00CF3AC-8225-DAF4-BF46-EF495A5D4386}"/>
          </ac:spMkLst>
        </pc:spChg>
        <pc:spChg chg="add del mod">
          <ac:chgData name="Amal Araweelo Almis" userId="3993e134-c4fc-40d2-a76d-52b691df0319" providerId="ADAL" clId="{AA987346-2B38-4322-9659-AB0670196531}" dt="2026-05-16T14:27:36.361" v="2001" actId="478"/>
          <ac:spMkLst>
            <pc:docMk/>
            <pc:sldMk cId="1747689547" sldId="256"/>
            <ac:spMk id="171" creationId="{65E28CD9-BEC8-35FE-5DEE-3206EE5B0723}"/>
          </ac:spMkLst>
        </pc:spChg>
        <pc:spChg chg="add mod">
          <ac:chgData name="Amal Araweelo Almis" userId="3993e134-c4fc-40d2-a76d-52b691df0319" providerId="ADAL" clId="{AA987346-2B38-4322-9659-AB0670196531}" dt="2026-05-16T14:28:40.854" v="2042" actId="207"/>
          <ac:spMkLst>
            <pc:docMk/>
            <pc:sldMk cId="1747689547" sldId="256"/>
            <ac:spMk id="172" creationId="{4CFF86C6-3C56-90E3-C49B-2ED6A1C9A9FC}"/>
          </ac:spMkLst>
        </pc:spChg>
        <pc:cxnChg chg="add del">
          <ac:chgData name="Amal Araweelo Almis" userId="3993e134-c4fc-40d2-a76d-52b691df0319" providerId="ADAL" clId="{AA987346-2B38-4322-9659-AB0670196531}" dt="2026-05-16T13:42:08.675" v="176" actId="11529"/>
          <ac:cxnSpMkLst>
            <pc:docMk/>
            <pc:sldMk cId="1747689547" sldId="256"/>
            <ac:cxnSpMk id="10" creationId="{498A50CB-07AE-6806-2825-1427E941716E}"/>
          </ac:cxnSpMkLst>
        </pc:cxnChg>
        <pc:cxnChg chg="add mod">
          <ac:chgData name="Amal Araweelo Almis" userId="3993e134-c4fc-40d2-a76d-52b691df0319" providerId="ADAL" clId="{AA987346-2B38-4322-9659-AB0670196531}" dt="2026-05-16T13:46:08.960" v="270" actId="1076"/>
          <ac:cxnSpMkLst>
            <pc:docMk/>
            <pc:sldMk cId="1747689547" sldId="256"/>
            <ac:cxnSpMk id="13" creationId="{9497E82C-6C94-DF81-3F42-F8F2319C3F84}"/>
          </ac:cxnSpMkLst>
        </pc:cxnChg>
        <pc:cxnChg chg="add mod">
          <ac:chgData name="Amal Araweelo Almis" userId="3993e134-c4fc-40d2-a76d-52b691df0319" providerId="ADAL" clId="{AA987346-2B38-4322-9659-AB0670196531}" dt="2026-05-16T13:46:04.726" v="267" actId="1076"/>
          <ac:cxnSpMkLst>
            <pc:docMk/>
            <pc:sldMk cId="1747689547" sldId="256"/>
            <ac:cxnSpMk id="15" creationId="{031985D0-00F2-557E-10CE-300951775239}"/>
          </ac:cxnSpMkLst>
        </pc:cxnChg>
        <pc:cxnChg chg="add del mod">
          <ac:chgData name="Amal Araweelo Almis" userId="3993e134-c4fc-40d2-a76d-52b691df0319" providerId="ADAL" clId="{AA987346-2B38-4322-9659-AB0670196531}" dt="2026-05-16T13:43:04.493" v="191" actId="478"/>
          <ac:cxnSpMkLst>
            <pc:docMk/>
            <pc:sldMk cId="1747689547" sldId="256"/>
            <ac:cxnSpMk id="17" creationId="{9FD13BE6-9E2B-BE62-83F5-0941DEA04397}"/>
          </ac:cxnSpMkLst>
        </pc:cxnChg>
        <pc:cxnChg chg="add mod">
          <ac:chgData name="Amal Araweelo Almis" userId="3993e134-c4fc-40d2-a76d-52b691df0319" providerId="ADAL" clId="{AA987346-2B38-4322-9659-AB0670196531}" dt="2026-05-16T13:58:50.874" v="757" actId="14100"/>
          <ac:cxnSpMkLst>
            <pc:docMk/>
            <pc:sldMk cId="1747689547" sldId="256"/>
            <ac:cxnSpMk id="21" creationId="{F0AC0233-9488-E227-F3DE-BAF93D61A093}"/>
          </ac:cxnSpMkLst>
        </pc:cxnChg>
        <pc:cxnChg chg="add mod">
          <ac:chgData name="Amal Araweelo Almis" userId="3993e134-c4fc-40d2-a76d-52b691df0319" providerId="ADAL" clId="{AA987346-2B38-4322-9659-AB0670196531}" dt="2026-05-16T13:44:59.470" v="240" actId="14100"/>
          <ac:cxnSpMkLst>
            <pc:docMk/>
            <pc:sldMk cId="1747689547" sldId="256"/>
            <ac:cxnSpMk id="25" creationId="{C363B6E3-BB13-5F45-9F3B-F77DB7FB6366}"/>
          </ac:cxnSpMkLst>
        </pc:cxnChg>
        <pc:cxnChg chg="add mod">
          <ac:chgData name="Amal Araweelo Almis" userId="3993e134-c4fc-40d2-a76d-52b691df0319" providerId="ADAL" clId="{AA987346-2B38-4322-9659-AB0670196531}" dt="2026-05-16T13:47:08.677" v="275" actId="1076"/>
          <ac:cxnSpMkLst>
            <pc:docMk/>
            <pc:sldMk cId="1747689547" sldId="256"/>
            <ac:cxnSpMk id="28" creationId="{0269F048-1C03-CEDD-BA03-F7EFAA3D656B}"/>
          </ac:cxnSpMkLst>
        </pc:cxnChg>
        <pc:cxnChg chg="add mod">
          <ac:chgData name="Amal Araweelo Almis" userId="3993e134-c4fc-40d2-a76d-52b691df0319" providerId="ADAL" clId="{AA987346-2B38-4322-9659-AB0670196531}" dt="2026-05-16T13:47:36.981" v="286" actId="1076"/>
          <ac:cxnSpMkLst>
            <pc:docMk/>
            <pc:sldMk cId="1747689547" sldId="256"/>
            <ac:cxnSpMk id="59" creationId="{09DBC287-929B-03EB-79F7-1BDAC3E70A35}"/>
          </ac:cxnSpMkLst>
        </pc:cxnChg>
        <pc:cxnChg chg="add mod">
          <ac:chgData name="Amal Araweelo Almis" userId="3993e134-c4fc-40d2-a76d-52b691df0319" providerId="ADAL" clId="{AA987346-2B38-4322-9659-AB0670196531}" dt="2026-05-16T13:47:40.686" v="288" actId="1076"/>
          <ac:cxnSpMkLst>
            <pc:docMk/>
            <pc:sldMk cId="1747689547" sldId="256"/>
            <ac:cxnSpMk id="60" creationId="{44D8E0F4-6005-2BE5-0F9E-371E447951C1}"/>
          </ac:cxnSpMkLst>
        </pc:cxnChg>
        <pc:cxnChg chg="add mod">
          <ac:chgData name="Amal Araweelo Almis" userId="3993e134-c4fc-40d2-a76d-52b691df0319" providerId="ADAL" clId="{AA987346-2B38-4322-9659-AB0670196531}" dt="2026-05-16T13:47:47.903" v="291" actId="1076"/>
          <ac:cxnSpMkLst>
            <pc:docMk/>
            <pc:sldMk cId="1747689547" sldId="256"/>
            <ac:cxnSpMk id="61" creationId="{207B649E-3671-C949-91B7-F63AFF599268}"/>
          </ac:cxnSpMkLst>
        </pc:cxnChg>
        <pc:cxnChg chg="add mod">
          <ac:chgData name="Amal Araweelo Almis" userId="3993e134-c4fc-40d2-a76d-52b691df0319" providerId="ADAL" clId="{AA987346-2B38-4322-9659-AB0670196531}" dt="2026-05-16T13:47:51.682" v="293" actId="1076"/>
          <ac:cxnSpMkLst>
            <pc:docMk/>
            <pc:sldMk cId="1747689547" sldId="256"/>
            <ac:cxnSpMk id="62" creationId="{28F32A2E-FCF1-83F0-FBE8-FC338B346783}"/>
          </ac:cxnSpMkLst>
        </pc:cxnChg>
        <pc:cxnChg chg="add mod">
          <ac:chgData name="Amal Araweelo Almis" userId="3993e134-c4fc-40d2-a76d-52b691df0319" providerId="ADAL" clId="{AA987346-2B38-4322-9659-AB0670196531}" dt="2026-05-16T14:10:31.601" v="1300" actId="1076"/>
          <ac:cxnSpMkLst>
            <pc:docMk/>
            <pc:sldMk cId="1747689547" sldId="256"/>
            <ac:cxnSpMk id="71" creationId="{B118D60A-C57C-413A-F7B5-604A366796EA}"/>
          </ac:cxnSpMkLst>
        </pc:cxnChg>
        <pc:cxnChg chg="add del mod">
          <ac:chgData name="Amal Araweelo Almis" userId="3993e134-c4fc-40d2-a76d-52b691df0319" providerId="ADAL" clId="{AA987346-2B38-4322-9659-AB0670196531}" dt="2026-05-16T13:57:10.294" v="723" actId="11529"/>
          <ac:cxnSpMkLst>
            <pc:docMk/>
            <pc:sldMk cId="1747689547" sldId="256"/>
            <ac:cxnSpMk id="75" creationId="{EAA3CA3F-112E-3243-6796-B9F76F0D0D94}"/>
          </ac:cxnSpMkLst>
        </pc:cxnChg>
        <pc:cxnChg chg="add del mod">
          <ac:chgData name="Amal Araweelo Almis" userId="3993e134-c4fc-40d2-a76d-52b691df0319" providerId="ADAL" clId="{AA987346-2B38-4322-9659-AB0670196531}" dt="2026-05-16T13:57:26.041" v="727" actId="11529"/>
          <ac:cxnSpMkLst>
            <pc:docMk/>
            <pc:sldMk cId="1747689547" sldId="256"/>
            <ac:cxnSpMk id="77" creationId="{5028BCA8-2541-D41B-BFAF-30DF262D3FE2}"/>
          </ac:cxnSpMkLst>
        </pc:cxnChg>
        <pc:cxnChg chg="add del mod">
          <ac:chgData name="Amal Araweelo Almis" userId="3993e134-c4fc-40d2-a76d-52b691df0319" providerId="ADAL" clId="{AA987346-2B38-4322-9659-AB0670196531}" dt="2026-05-16T13:57:34.440" v="729" actId="11529"/>
          <ac:cxnSpMkLst>
            <pc:docMk/>
            <pc:sldMk cId="1747689547" sldId="256"/>
            <ac:cxnSpMk id="79" creationId="{4941C648-6F64-48EB-0667-EA3C3E06A384}"/>
          </ac:cxnSpMkLst>
        </pc:cxnChg>
        <pc:cxnChg chg="add del mod">
          <ac:chgData name="Amal Araweelo Almis" userId="3993e134-c4fc-40d2-a76d-52b691df0319" providerId="ADAL" clId="{AA987346-2B38-4322-9659-AB0670196531}" dt="2026-05-16T13:58:14.790" v="748" actId="478"/>
          <ac:cxnSpMkLst>
            <pc:docMk/>
            <pc:sldMk cId="1747689547" sldId="256"/>
            <ac:cxnSpMk id="81" creationId="{1F8B0FE6-30F8-9F2C-DE6B-EF99850F00BD}"/>
          </ac:cxnSpMkLst>
        </pc:cxnChg>
        <pc:cxnChg chg="add mod">
          <ac:chgData name="Amal Araweelo Almis" userId="3993e134-c4fc-40d2-a76d-52b691df0319" providerId="ADAL" clId="{AA987346-2B38-4322-9659-AB0670196531}" dt="2026-05-16T14:10:34.686" v="1301" actId="14100"/>
          <ac:cxnSpMkLst>
            <pc:docMk/>
            <pc:sldMk cId="1747689547" sldId="256"/>
            <ac:cxnSpMk id="90" creationId="{31EEE5E0-666B-BB48-C247-9D881DB70685}"/>
          </ac:cxnSpMkLst>
        </pc:cxnChg>
        <pc:cxnChg chg="add del mod">
          <ac:chgData name="Amal Araweelo Almis" userId="3993e134-c4fc-40d2-a76d-52b691df0319" providerId="ADAL" clId="{AA987346-2B38-4322-9659-AB0670196531}" dt="2026-05-16T13:59:16.840" v="762" actId="11529"/>
          <ac:cxnSpMkLst>
            <pc:docMk/>
            <pc:sldMk cId="1747689547" sldId="256"/>
            <ac:cxnSpMk id="98" creationId="{C43BE1C4-3DBB-44D9-AE42-426086DB6E09}"/>
          </ac:cxnSpMkLst>
        </pc:cxnChg>
        <pc:cxnChg chg="add mod">
          <ac:chgData name="Amal Araweelo Almis" userId="3993e134-c4fc-40d2-a76d-52b691df0319" providerId="ADAL" clId="{AA987346-2B38-4322-9659-AB0670196531}" dt="2026-05-16T14:10:26.404" v="1298" actId="14100"/>
          <ac:cxnSpMkLst>
            <pc:docMk/>
            <pc:sldMk cId="1747689547" sldId="256"/>
            <ac:cxnSpMk id="100" creationId="{2880CA13-09EB-967C-364A-901E9BF47EC6}"/>
          </ac:cxnSpMkLst>
        </pc:cxnChg>
        <pc:cxnChg chg="add mod">
          <ac:chgData name="Amal Araweelo Almis" userId="3993e134-c4fc-40d2-a76d-52b691df0319" providerId="ADAL" clId="{AA987346-2B38-4322-9659-AB0670196531}" dt="2026-05-16T14:16:04.801" v="1746" actId="13822"/>
          <ac:cxnSpMkLst>
            <pc:docMk/>
            <pc:sldMk cId="1747689547" sldId="256"/>
            <ac:cxnSpMk id="133" creationId="{2203959C-BE06-7C88-F346-2336F2F586BB}"/>
          </ac:cxnSpMkLst>
        </pc:cxnChg>
        <pc:cxnChg chg="add mod">
          <ac:chgData name="Amal Araweelo Almis" userId="3993e134-c4fc-40d2-a76d-52b691df0319" providerId="ADAL" clId="{AA987346-2B38-4322-9659-AB0670196531}" dt="2026-05-16T14:22:18.856" v="1857" actId="1076"/>
          <ac:cxnSpMkLst>
            <pc:docMk/>
            <pc:sldMk cId="1747689547" sldId="256"/>
            <ac:cxnSpMk id="139" creationId="{EE46A058-D408-5C48-FC90-A2EC995A4833}"/>
          </ac:cxnSpMkLst>
        </pc:cxnChg>
        <pc:cxnChg chg="add del mod">
          <ac:chgData name="Amal Araweelo Almis" userId="3993e134-c4fc-40d2-a76d-52b691df0319" providerId="ADAL" clId="{AA987346-2B38-4322-9659-AB0670196531}" dt="2026-05-16T14:21:34.133" v="1848" actId="478"/>
          <ac:cxnSpMkLst>
            <pc:docMk/>
            <pc:sldMk cId="1747689547" sldId="256"/>
            <ac:cxnSpMk id="142" creationId="{99883D23-D4A4-AC99-302F-5EB4D2A888AD}"/>
          </ac:cxnSpMkLst>
        </pc:cxnChg>
        <pc:cxnChg chg="add del mod">
          <ac:chgData name="Amal Araweelo Almis" userId="3993e134-c4fc-40d2-a76d-52b691df0319" providerId="ADAL" clId="{AA987346-2B38-4322-9659-AB0670196531}" dt="2026-05-16T14:21:46.341" v="1850" actId="11529"/>
          <ac:cxnSpMkLst>
            <pc:docMk/>
            <pc:sldMk cId="1747689547" sldId="256"/>
            <ac:cxnSpMk id="146" creationId="{1DB3BCDB-C88E-E55B-5B3A-C507F2F5AD75}"/>
          </ac:cxnSpMkLst>
        </pc:cxnChg>
        <pc:cxnChg chg="add mod">
          <ac:chgData name="Amal Araweelo Almis" userId="3993e134-c4fc-40d2-a76d-52b691df0319" providerId="ADAL" clId="{AA987346-2B38-4322-9659-AB0670196531}" dt="2026-05-16T14:22:20.818" v="1858" actId="14100"/>
          <ac:cxnSpMkLst>
            <pc:docMk/>
            <pc:sldMk cId="1747689547" sldId="256"/>
            <ac:cxnSpMk id="148" creationId="{637AD5E5-2C90-906B-B884-83E4C3BDB537}"/>
          </ac:cxnSpMkLst>
        </pc:cxnChg>
        <pc:cxnChg chg="add del mod">
          <ac:chgData name="Amal Araweelo Almis" userId="3993e134-c4fc-40d2-a76d-52b691df0319" providerId="ADAL" clId="{AA987346-2B38-4322-9659-AB0670196531}" dt="2026-05-16T14:24:32.819" v="1907" actId="478"/>
          <ac:cxnSpMkLst>
            <pc:docMk/>
            <pc:sldMk cId="1747689547" sldId="256"/>
            <ac:cxnSpMk id="159" creationId="{6BDD217C-0383-6CD5-3F3F-7E795772957A}"/>
          </ac:cxnSpMkLst>
        </pc:cxnChg>
        <pc:cxnChg chg="add mod">
          <ac:chgData name="Amal Araweelo Almis" userId="3993e134-c4fc-40d2-a76d-52b691df0319" providerId="ADAL" clId="{AA987346-2B38-4322-9659-AB0670196531}" dt="2026-05-16T14:24:54.903" v="1913" actId="1076"/>
          <ac:cxnSpMkLst>
            <pc:docMk/>
            <pc:sldMk cId="1747689547" sldId="256"/>
            <ac:cxnSpMk id="163" creationId="{97706ECF-2690-9CC0-720B-534E09555535}"/>
          </ac:cxnSpMkLst>
        </pc:cxnChg>
        <pc:cxnChg chg="add mod">
          <ac:chgData name="Amal Araweelo Almis" userId="3993e134-c4fc-40d2-a76d-52b691df0319" providerId="ADAL" clId="{AA987346-2B38-4322-9659-AB0670196531}" dt="2026-05-16T14:25:45.798" v="1921" actId="693"/>
          <ac:cxnSpMkLst>
            <pc:docMk/>
            <pc:sldMk cId="1747689547" sldId="256"/>
            <ac:cxnSpMk id="166" creationId="{FA8FB317-14E2-CC9C-1FE9-7052A6DDDD89}"/>
          </ac:cxnSpMkLst>
        </pc:cxnChg>
        <pc:cxnChg chg="add mod">
          <ac:chgData name="Amal Araweelo Almis" userId="3993e134-c4fc-40d2-a76d-52b691df0319" providerId="ADAL" clId="{AA987346-2B38-4322-9659-AB0670196531}" dt="2026-05-16T14:28:50.421" v="2044" actId="13822"/>
          <ac:cxnSpMkLst>
            <pc:docMk/>
            <pc:sldMk cId="1747689547" sldId="256"/>
            <ac:cxnSpMk id="174" creationId="{5733D231-A7F0-91C0-6A2C-7239F306A26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5837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687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193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029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147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223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47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98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6080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295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99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ED28A-C88D-4BAB-B887-78BA909E097A}" type="datetimeFigureOut">
              <a:rPr lang="da-DK" smtClean="0"/>
              <a:t>16-05-2026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DD967-C3B0-417C-BAC9-80BF0169945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5006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ktangel: afrundede hjørner 156">
            <a:extLst>
              <a:ext uri="{FF2B5EF4-FFF2-40B4-BE49-F238E27FC236}">
                <a16:creationId xmlns:a16="http://schemas.microsoft.com/office/drawing/2014/main" id="{C00CF3AC-8225-DAF4-BF46-EF495A5D4386}"/>
              </a:ext>
            </a:extLst>
          </p:cNvPr>
          <p:cNvSpPr/>
          <p:nvPr/>
        </p:nvSpPr>
        <p:spPr>
          <a:xfrm>
            <a:off x="21147" y="4888058"/>
            <a:ext cx="2212245" cy="895720"/>
          </a:xfrm>
          <a:prstGeom prst="roundRect">
            <a:avLst/>
          </a:prstGeom>
          <a:solidFill>
            <a:srgbClr val="E6A2DE">
              <a:alpha val="49804"/>
            </a:srgbClr>
          </a:solidFill>
          <a:ln>
            <a:solidFill>
              <a:srgbClr val="E6A2D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DB4157C0-1CBF-C72D-DCA9-98F870CD5943}"/>
              </a:ext>
            </a:extLst>
          </p:cNvPr>
          <p:cNvSpPr/>
          <p:nvPr/>
        </p:nvSpPr>
        <p:spPr>
          <a:xfrm>
            <a:off x="5001001" y="429897"/>
            <a:ext cx="3340608" cy="2022786"/>
          </a:xfrm>
          <a:prstGeom prst="round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98C18D0B-34CE-D288-78CF-32A9EC7D32EF}"/>
              </a:ext>
            </a:extLst>
          </p:cNvPr>
          <p:cNvSpPr txBox="1"/>
          <p:nvPr/>
        </p:nvSpPr>
        <p:spPr>
          <a:xfrm>
            <a:off x="5455920" y="530570"/>
            <a:ext cx="2506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 dirty="0">
                <a:latin typeface="Montserrat" pitchFamily="2" charset="0"/>
              </a:rPr>
              <a:t>DUT : SWITCH CORE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B620F09A-44CC-C81A-B761-12CC41CFECE4}"/>
              </a:ext>
            </a:extLst>
          </p:cNvPr>
          <p:cNvSpPr/>
          <p:nvPr/>
        </p:nvSpPr>
        <p:spPr>
          <a:xfrm>
            <a:off x="5194300" y="924343"/>
            <a:ext cx="914400" cy="1333500"/>
          </a:xfrm>
          <a:prstGeom prst="roundRect">
            <a:avLst/>
          </a:prstGeom>
          <a:solidFill>
            <a:srgbClr val="46B1E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100" b="1" dirty="0">
                <a:solidFill>
                  <a:schemeClr val="tx1"/>
                </a:solidFill>
                <a:latin typeface="Montserrat" pitchFamily="2" charset="0"/>
              </a:rPr>
              <a:t>FCS and </a:t>
            </a:r>
            <a:r>
              <a:rPr lang="da-DK" sz="1100" b="1" dirty="0" err="1">
                <a:solidFill>
                  <a:schemeClr val="tx1"/>
                </a:solidFill>
                <a:latin typeface="Montserrat" pitchFamily="2" charset="0"/>
              </a:rPr>
              <a:t>control</a:t>
            </a:r>
            <a:endParaRPr lang="da-DK" sz="1100" b="1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C386459A-02AC-70D1-33FB-7E0BF70BDDD7}"/>
              </a:ext>
            </a:extLst>
          </p:cNvPr>
          <p:cNvSpPr/>
          <p:nvPr/>
        </p:nvSpPr>
        <p:spPr>
          <a:xfrm>
            <a:off x="6230112" y="924343"/>
            <a:ext cx="914400" cy="13335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100" b="1" dirty="0">
                <a:solidFill>
                  <a:schemeClr val="tx1"/>
                </a:solidFill>
                <a:latin typeface="Montserrat" pitchFamily="2" charset="0"/>
              </a:rPr>
              <a:t>MAC </a:t>
            </a:r>
            <a:r>
              <a:rPr lang="da-DK" sz="1100" b="1" dirty="0" err="1">
                <a:solidFill>
                  <a:schemeClr val="tx1"/>
                </a:solidFill>
                <a:latin typeface="Montserrat" pitchFamily="2" charset="0"/>
              </a:rPr>
              <a:t>Learner</a:t>
            </a:r>
            <a:endParaRPr lang="da-DK" sz="1100" b="1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4C2710F7-41AA-D3C0-F133-A8B542D79D18}"/>
              </a:ext>
            </a:extLst>
          </p:cNvPr>
          <p:cNvSpPr/>
          <p:nvPr/>
        </p:nvSpPr>
        <p:spPr>
          <a:xfrm>
            <a:off x="7260082" y="927688"/>
            <a:ext cx="975868" cy="1333500"/>
          </a:xfrm>
          <a:prstGeom prst="roundRect">
            <a:avLst/>
          </a:prstGeom>
          <a:solidFill>
            <a:srgbClr val="E97132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100" b="1" dirty="0">
                <a:solidFill>
                  <a:schemeClr val="tx1"/>
                </a:solidFill>
                <a:latin typeface="Montserrat" pitchFamily="2" charset="0"/>
              </a:rPr>
              <a:t>Crossbar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9497E82C-6C94-DF81-3F42-F8F2319C3F8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108700" y="1591093"/>
            <a:ext cx="121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031985D0-00F2-557E-10CE-300951775239}"/>
              </a:ext>
            </a:extLst>
          </p:cNvPr>
          <p:cNvCxnSpPr/>
          <p:nvPr/>
        </p:nvCxnSpPr>
        <p:spPr>
          <a:xfrm flipH="1">
            <a:off x="6108700" y="1740880"/>
            <a:ext cx="1143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Forbindelse: vinklet 20">
            <a:extLst>
              <a:ext uri="{FF2B5EF4-FFF2-40B4-BE49-F238E27FC236}">
                <a16:creationId xmlns:a16="http://schemas.microsoft.com/office/drawing/2014/main" id="{F0AC0233-9488-E227-F3DE-BAF93D61A093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>
            <a:off x="6698085" y="-122243"/>
            <a:ext cx="3345" cy="2096516"/>
          </a:xfrm>
          <a:prstGeom prst="bentConnector3">
            <a:avLst>
              <a:gd name="adj1" fmla="val -282475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C363B6E3-BB13-5F45-9F3B-F77DB7FB6366}"/>
              </a:ext>
            </a:extLst>
          </p:cNvPr>
          <p:cNvCxnSpPr>
            <a:cxnSpLocks/>
          </p:cNvCxnSpPr>
          <p:nvPr/>
        </p:nvCxnSpPr>
        <p:spPr>
          <a:xfrm>
            <a:off x="8351520" y="1115060"/>
            <a:ext cx="980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Lige pilforbindelse 27">
            <a:extLst>
              <a:ext uri="{FF2B5EF4-FFF2-40B4-BE49-F238E27FC236}">
                <a16:creationId xmlns:a16="http://schemas.microsoft.com/office/drawing/2014/main" id="{0269F048-1C03-CEDD-BA03-F7EFAA3D656B}"/>
              </a:ext>
            </a:extLst>
          </p:cNvPr>
          <p:cNvCxnSpPr>
            <a:cxnSpLocks/>
          </p:cNvCxnSpPr>
          <p:nvPr/>
        </p:nvCxnSpPr>
        <p:spPr>
          <a:xfrm flipV="1">
            <a:off x="8358632" y="1486496"/>
            <a:ext cx="980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kstfelt 28">
            <a:extLst>
              <a:ext uri="{FF2B5EF4-FFF2-40B4-BE49-F238E27FC236}">
                <a16:creationId xmlns:a16="http://schemas.microsoft.com/office/drawing/2014/main" id="{99180E0A-78EE-BF07-F55F-DDD4470EA6C2}"/>
              </a:ext>
            </a:extLst>
          </p:cNvPr>
          <p:cNvSpPr txBox="1"/>
          <p:nvPr/>
        </p:nvSpPr>
        <p:spPr>
          <a:xfrm>
            <a:off x="8351520" y="924344"/>
            <a:ext cx="11455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dirty="0" err="1">
                <a:latin typeface="Montserrat" pitchFamily="2" charset="0"/>
              </a:rPr>
              <a:t>tx_data</a:t>
            </a:r>
            <a:r>
              <a:rPr lang="da-DK" sz="900" b="1" dirty="0">
                <a:latin typeface="Montserrat" pitchFamily="2" charset="0"/>
              </a:rPr>
              <a:t>[31:0]</a:t>
            </a:r>
          </a:p>
        </p:txBody>
      </p:sp>
      <p:sp>
        <p:nvSpPr>
          <p:cNvPr id="40" name="Tekstfelt 39">
            <a:extLst>
              <a:ext uri="{FF2B5EF4-FFF2-40B4-BE49-F238E27FC236}">
                <a16:creationId xmlns:a16="http://schemas.microsoft.com/office/drawing/2014/main" id="{3B1096C7-7F2D-AE36-5854-EEFCDBC76A09}"/>
              </a:ext>
            </a:extLst>
          </p:cNvPr>
          <p:cNvSpPr txBox="1"/>
          <p:nvPr/>
        </p:nvSpPr>
        <p:spPr>
          <a:xfrm>
            <a:off x="8351520" y="1305777"/>
            <a:ext cx="8534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dirty="0" err="1">
                <a:latin typeface="Montserrat" pitchFamily="2" charset="0"/>
              </a:rPr>
              <a:t>tx_ctrl</a:t>
            </a:r>
            <a:r>
              <a:rPr lang="da-DK" sz="900" b="1" dirty="0">
                <a:latin typeface="Montserrat" pitchFamily="2" charset="0"/>
              </a:rPr>
              <a:t>[3:0]</a:t>
            </a:r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EC51576D-0699-78BE-9E04-1E054916B0D3}"/>
              </a:ext>
            </a:extLst>
          </p:cNvPr>
          <p:cNvSpPr txBox="1"/>
          <p:nvPr/>
        </p:nvSpPr>
        <p:spPr>
          <a:xfrm>
            <a:off x="3949827" y="902595"/>
            <a:ext cx="6113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dirty="0">
                <a:latin typeface="Montserrat" pitchFamily="2" charset="0"/>
              </a:rPr>
              <a:t>reset</a:t>
            </a:r>
          </a:p>
        </p:txBody>
      </p:sp>
      <p:cxnSp>
        <p:nvCxnSpPr>
          <p:cNvPr id="59" name="Lige pilforbindelse 58">
            <a:extLst>
              <a:ext uri="{FF2B5EF4-FFF2-40B4-BE49-F238E27FC236}">
                <a16:creationId xmlns:a16="http://schemas.microsoft.com/office/drawing/2014/main" id="{09DBC287-929B-03EB-79F7-1BDAC3E70A35}"/>
              </a:ext>
            </a:extLst>
          </p:cNvPr>
          <p:cNvCxnSpPr>
            <a:cxnSpLocks/>
          </p:cNvCxnSpPr>
          <p:nvPr/>
        </p:nvCxnSpPr>
        <p:spPr>
          <a:xfrm flipV="1">
            <a:off x="4030472" y="1084403"/>
            <a:ext cx="980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Lige pilforbindelse 59">
            <a:extLst>
              <a:ext uri="{FF2B5EF4-FFF2-40B4-BE49-F238E27FC236}">
                <a16:creationId xmlns:a16="http://schemas.microsoft.com/office/drawing/2014/main" id="{44D8E0F4-6005-2BE5-0F9E-371E447951C1}"/>
              </a:ext>
            </a:extLst>
          </p:cNvPr>
          <p:cNvCxnSpPr>
            <a:cxnSpLocks/>
          </p:cNvCxnSpPr>
          <p:nvPr/>
        </p:nvCxnSpPr>
        <p:spPr>
          <a:xfrm flipV="1">
            <a:off x="4030472" y="1421193"/>
            <a:ext cx="980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Lige pilforbindelse 60">
            <a:extLst>
              <a:ext uri="{FF2B5EF4-FFF2-40B4-BE49-F238E27FC236}">
                <a16:creationId xmlns:a16="http://schemas.microsoft.com/office/drawing/2014/main" id="{207B649E-3671-C949-91B7-F63AFF599268}"/>
              </a:ext>
            </a:extLst>
          </p:cNvPr>
          <p:cNvCxnSpPr>
            <a:cxnSpLocks/>
          </p:cNvCxnSpPr>
          <p:nvPr/>
        </p:nvCxnSpPr>
        <p:spPr>
          <a:xfrm flipV="1">
            <a:off x="4030472" y="1757983"/>
            <a:ext cx="980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Lige pilforbindelse 61">
            <a:extLst>
              <a:ext uri="{FF2B5EF4-FFF2-40B4-BE49-F238E27FC236}">
                <a16:creationId xmlns:a16="http://schemas.microsoft.com/office/drawing/2014/main" id="{28F32A2E-FCF1-83F0-FBE8-FC338B346783}"/>
              </a:ext>
            </a:extLst>
          </p:cNvPr>
          <p:cNvCxnSpPr>
            <a:cxnSpLocks/>
          </p:cNvCxnSpPr>
          <p:nvPr/>
        </p:nvCxnSpPr>
        <p:spPr>
          <a:xfrm flipV="1">
            <a:off x="4023360" y="2094772"/>
            <a:ext cx="980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kstfelt 62">
            <a:extLst>
              <a:ext uri="{FF2B5EF4-FFF2-40B4-BE49-F238E27FC236}">
                <a16:creationId xmlns:a16="http://schemas.microsoft.com/office/drawing/2014/main" id="{7A61A67F-9D98-4E60-A7D2-6E39A2D5CE2C}"/>
              </a:ext>
            </a:extLst>
          </p:cNvPr>
          <p:cNvSpPr txBox="1"/>
          <p:nvPr/>
        </p:nvSpPr>
        <p:spPr>
          <a:xfrm>
            <a:off x="3949827" y="1239774"/>
            <a:ext cx="7454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dirty="0" err="1">
                <a:latin typeface="Montserrat" pitchFamily="2" charset="0"/>
              </a:rPr>
              <a:t>link_sync</a:t>
            </a:r>
            <a:endParaRPr lang="da-DK" sz="900" b="1" dirty="0">
              <a:latin typeface="Montserrat" pitchFamily="2" charset="0"/>
            </a:endParaRPr>
          </a:p>
        </p:txBody>
      </p:sp>
      <p:sp>
        <p:nvSpPr>
          <p:cNvPr id="64" name="Tekstfelt 63">
            <a:extLst>
              <a:ext uri="{FF2B5EF4-FFF2-40B4-BE49-F238E27FC236}">
                <a16:creationId xmlns:a16="http://schemas.microsoft.com/office/drawing/2014/main" id="{E2C895E4-8AC8-2363-BEFC-A264724AE464}"/>
              </a:ext>
            </a:extLst>
          </p:cNvPr>
          <p:cNvSpPr txBox="1"/>
          <p:nvPr/>
        </p:nvSpPr>
        <p:spPr>
          <a:xfrm>
            <a:off x="3943350" y="1567964"/>
            <a:ext cx="9532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dirty="0" err="1">
                <a:latin typeface="Montserrat" pitchFamily="2" charset="0"/>
              </a:rPr>
              <a:t>rx_data</a:t>
            </a:r>
            <a:r>
              <a:rPr lang="da-DK" sz="900" b="1" dirty="0">
                <a:latin typeface="Montserrat" pitchFamily="2" charset="0"/>
              </a:rPr>
              <a:t>[31:0]</a:t>
            </a:r>
          </a:p>
        </p:txBody>
      </p:sp>
      <p:sp>
        <p:nvSpPr>
          <p:cNvPr id="65" name="Tekstfelt 64">
            <a:extLst>
              <a:ext uri="{FF2B5EF4-FFF2-40B4-BE49-F238E27FC236}">
                <a16:creationId xmlns:a16="http://schemas.microsoft.com/office/drawing/2014/main" id="{D911B84F-5922-A171-A8C2-CC814B10ED85}"/>
              </a:ext>
            </a:extLst>
          </p:cNvPr>
          <p:cNvSpPr txBox="1"/>
          <p:nvPr/>
        </p:nvSpPr>
        <p:spPr>
          <a:xfrm>
            <a:off x="3936238" y="1905143"/>
            <a:ext cx="9532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dirty="0" err="1">
                <a:latin typeface="Montserrat" pitchFamily="2" charset="0"/>
              </a:rPr>
              <a:t>rx_ctrl</a:t>
            </a:r>
            <a:r>
              <a:rPr lang="da-DK" sz="900" b="1" dirty="0">
                <a:latin typeface="Montserrat" pitchFamily="2" charset="0"/>
              </a:rPr>
              <a:t>[3:0]</a:t>
            </a:r>
          </a:p>
        </p:txBody>
      </p:sp>
      <p:sp>
        <p:nvSpPr>
          <p:cNvPr id="66" name="Rektangel 65">
            <a:extLst>
              <a:ext uri="{FF2B5EF4-FFF2-40B4-BE49-F238E27FC236}">
                <a16:creationId xmlns:a16="http://schemas.microsoft.com/office/drawing/2014/main" id="{3D455E1B-C5D8-05F1-3756-2196C8F8505B}"/>
              </a:ext>
            </a:extLst>
          </p:cNvPr>
          <p:cNvSpPr/>
          <p:nvPr/>
        </p:nvSpPr>
        <p:spPr>
          <a:xfrm>
            <a:off x="2469233" y="2859655"/>
            <a:ext cx="4349686" cy="1713612"/>
          </a:xfrm>
          <a:prstGeom prst="rect">
            <a:avLst/>
          </a:prstGeom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7" name="Tekstfelt 66">
            <a:extLst>
              <a:ext uri="{FF2B5EF4-FFF2-40B4-BE49-F238E27FC236}">
                <a16:creationId xmlns:a16="http://schemas.microsoft.com/office/drawing/2014/main" id="{64AE1B27-09DB-383A-1CBF-0BB983230273}"/>
              </a:ext>
            </a:extLst>
          </p:cNvPr>
          <p:cNvSpPr txBox="1"/>
          <p:nvPr/>
        </p:nvSpPr>
        <p:spPr>
          <a:xfrm>
            <a:off x="2537096" y="3061770"/>
            <a:ext cx="1676273" cy="1713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w_datafifo_full</a:t>
            </a:r>
            <a:r>
              <a:rPr lang="da-DK" sz="900" b="1" dirty="0">
                <a:latin typeface="Montserrat" pitchFamily="2" charset="0"/>
              </a:rPr>
              <a:t> = 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length_fifo_full</a:t>
            </a:r>
            <a:r>
              <a:rPr lang="da-DK" sz="900" b="1" dirty="0">
                <a:latin typeface="Montserrat" pitchFamily="2" charset="0"/>
              </a:rPr>
              <a:t> = 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status_fifo_full</a:t>
            </a:r>
            <a:r>
              <a:rPr lang="da-DK" sz="900" b="1" dirty="0">
                <a:latin typeface="Montserrat" pitchFamily="2" charset="0"/>
              </a:rPr>
              <a:t> = 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dstmac_fifo_full</a:t>
            </a:r>
            <a:r>
              <a:rPr lang="da-DK" sz="900" b="1" dirty="0">
                <a:latin typeface="Montserrat" pitchFamily="2" charset="0"/>
              </a:rPr>
              <a:t> = 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srcmac_fifo_full</a:t>
            </a:r>
            <a:r>
              <a:rPr lang="da-DK" sz="900" b="1" dirty="0">
                <a:latin typeface="Montserrat" pitchFamily="2" charset="0"/>
              </a:rPr>
              <a:t> = 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da-DK" sz="900" b="1" dirty="0">
              <a:latin typeface="Montserrat" pitchFamily="2" charset="0"/>
            </a:endParaRPr>
          </a:p>
        </p:txBody>
      </p:sp>
      <p:sp>
        <p:nvSpPr>
          <p:cNvPr id="68" name="Tekstfelt 67">
            <a:extLst>
              <a:ext uri="{FF2B5EF4-FFF2-40B4-BE49-F238E27FC236}">
                <a16:creationId xmlns:a16="http://schemas.microsoft.com/office/drawing/2014/main" id="{63C79F0E-47A9-5D86-6FC2-071B6D38BB10}"/>
              </a:ext>
            </a:extLst>
          </p:cNvPr>
          <p:cNvSpPr txBox="1"/>
          <p:nvPr/>
        </p:nvSpPr>
        <p:spPr>
          <a:xfrm>
            <a:off x="4698654" y="3024565"/>
            <a:ext cx="2120265" cy="1436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len_full</a:t>
            </a:r>
            <a:r>
              <a:rPr lang="da-DK" sz="900" b="1" dirty="0">
                <a:latin typeface="Montserrat" pitchFamily="2" charset="0"/>
              </a:rPr>
              <a:t> = 0 (per </a:t>
            </a:r>
            <a:r>
              <a:rPr lang="da-DK" sz="900" b="1" dirty="0" err="1">
                <a:latin typeface="Montserrat" pitchFamily="2" charset="0"/>
              </a:rPr>
              <a:t>scheduler</a:t>
            </a:r>
            <a:r>
              <a:rPr lang="da-DK" sz="900" b="1" dirty="0">
                <a:latin typeface="Montserrat" pitchFamily="2" charset="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fifo_full</a:t>
            </a:r>
            <a:r>
              <a:rPr lang="da-DK" sz="900" b="1" dirty="0">
                <a:latin typeface="Montserrat" pitchFamily="2" charset="0"/>
              </a:rPr>
              <a:t> = 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>
                <a:latin typeface="Montserrat" pitchFamily="2" charset="0"/>
              </a:rPr>
              <a:t>no </a:t>
            </a:r>
            <a:r>
              <a:rPr lang="da-DK" sz="900" b="1" dirty="0" err="1">
                <a:latin typeface="Montserrat" pitchFamily="2" charset="0"/>
              </a:rPr>
              <a:t>write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when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full</a:t>
            </a:r>
            <a:endParaRPr lang="da-DK" sz="900" b="1" dirty="0">
              <a:latin typeface="Montserrat" pitchFamily="2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>
                <a:latin typeface="Montserrat" pitchFamily="2" charset="0"/>
              </a:rPr>
              <a:t>no </a:t>
            </a:r>
            <a:r>
              <a:rPr lang="da-DK" sz="900" b="1" dirty="0" err="1">
                <a:latin typeface="Montserrat" pitchFamily="2" charset="0"/>
              </a:rPr>
              <a:t>read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when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empty</a:t>
            </a:r>
            <a:endParaRPr lang="da-DK" sz="900" b="1" dirty="0">
              <a:latin typeface="Montserrat" pitchFamily="2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occupancy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warnings</a:t>
            </a:r>
            <a:endParaRPr lang="da-DK" sz="900" b="1" dirty="0">
              <a:latin typeface="Montserrat" pitchFamily="2" charset="0"/>
            </a:endParaRPr>
          </a:p>
        </p:txBody>
      </p:sp>
      <p:sp>
        <p:nvSpPr>
          <p:cNvPr id="69" name="Tekstfelt 68">
            <a:extLst>
              <a:ext uri="{FF2B5EF4-FFF2-40B4-BE49-F238E27FC236}">
                <a16:creationId xmlns:a16="http://schemas.microsoft.com/office/drawing/2014/main" id="{E17B1B5F-AA1F-9C25-949C-F4707C2F0C25}"/>
              </a:ext>
            </a:extLst>
          </p:cNvPr>
          <p:cNvSpPr txBox="1"/>
          <p:nvPr/>
        </p:nvSpPr>
        <p:spPr>
          <a:xfrm>
            <a:off x="3014726" y="2894724"/>
            <a:ext cx="32082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100" b="1" dirty="0">
                <a:latin typeface="Montserrat" pitchFamily="2" charset="0"/>
              </a:rPr>
              <a:t>ASSERTIONS</a:t>
            </a:r>
          </a:p>
        </p:txBody>
      </p: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B118D60A-C57C-413A-F7B5-604A366796EA}"/>
              </a:ext>
            </a:extLst>
          </p:cNvPr>
          <p:cNvCxnSpPr>
            <a:cxnSpLocks/>
          </p:cNvCxnSpPr>
          <p:nvPr/>
        </p:nvCxnSpPr>
        <p:spPr>
          <a:xfrm>
            <a:off x="4566181" y="3173328"/>
            <a:ext cx="0" cy="128784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Forbindelse: vinklet 89">
            <a:extLst>
              <a:ext uri="{FF2B5EF4-FFF2-40B4-BE49-F238E27FC236}">
                <a16:creationId xmlns:a16="http://schemas.microsoft.com/office/drawing/2014/main" id="{31EEE5E0-666B-BB48-C247-9D881DB70685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5400000">
            <a:off x="3331058" y="1396019"/>
            <a:ext cx="1458618" cy="3182267"/>
          </a:xfrm>
          <a:prstGeom prst="bentConnector4">
            <a:avLst>
              <a:gd name="adj1" fmla="val 20630"/>
              <a:gd name="adj2" fmla="val 107184"/>
            </a:avLst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Forbindelse: vinklet 99">
            <a:extLst>
              <a:ext uri="{FF2B5EF4-FFF2-40B4-BE49-F238E27FC236}">
                <a16:creationId xmlns:a16="http://schemas.microsoft.com/office/drawing/2014/main" id="{2880CA13-09EB-967C-364A-901E9BF47EC6}"/>
              </a:ext>
            </a:extLst>
          </p:cNvPr>
          <p:cNvCxnSpPr>
            <a:cxnSpLocks/>
            <a:endCxn id="68" idx="3"/>
          </p:cNvCxnSpPr>
          <p:nvPr/>
        </p:nvCxnSpPr>
        <p:spPr>
          <a:xfrm rot="5400000">
            <a:off x="6322394" y="2761061"/>
            <a:ext cx="1478335" cy="485284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Rektangel: afrundede hjørner 111">
            <a:extLst>
              <a:ext uri="{FF2B5EF4-FFF2-40B4-BE49-F238E27FC236}">
                <a16:creationId xmlns:a16="http://schemas.microsoft.com/office/drawing/2014/main" id="{DBF7F58F-A678-A8B7-636E-39D5452E9EDD}"/>
              </a:ext>
            </a:extLst>
          </p:cNvPr>
          <p:cNvSpPr/>
          <p:nvPr/>
        </p:nvSpPr>
        <p:spPr>
          <a:xfrm>
            <a:off x="7466872" y="2633402"/>
            <a:ext cx="2334362" cy="1827774"/>
          </a:xfrm>
          <a:prstGeom prst="roundRect">
            <a:avLst/>
          </a:prstGeom>
          <a:solidFill>
            <a:srgbClr val="A0E2F6">
              <a:alpha val="49804"/>
            </a:srgbClr>
          </a:solidFill>
          <a:ln>
            <a:solidFill>
              <a:srgbClr val="A0E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3" name="Tekstfelt 112">
            <a:extLst>
              <a:ext uri="{FF2B5EF4-FFF2-40B4-BE49-F238E27FC236}">
                <a16:creationId xmlns:a16="http://schemas.microsoft.com/office/drawing/2014/main" id="{9CCC652A-9F18-980D-002B-61348E9AC578}"/>
              </a:ext>
            </a:extLst>
          </p:cNvPr>
          <p:cNvSpPr txBox="1"/>
          <p:nvPr/>
        </p:nvSpPr>
        <p:spPr>
          <a:xfrm>
            <a:off x="7594661" y="2754306"/>
            <a:ext cx="226866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          </a:t>
            </a:r>
            <a:r>
              <a:rPr lang="da-DK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TX Monitor</a:t>
            </a:r>
          </a:p>
          <a:p>
            <a:endParaRPr lang="da-DK" sz="8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Observes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tx_data</a:t>
            </a:r>
            <a:r>
              <a:rPr lang="da-DK" sz="900" b="1" dirty="0">
                <a:latin typeface="Montserrat" pitchFamily="2" charset="0"/>
              </a:rPr>
              <a:t>/</a:t>
            </a:r>
            <a:r>
              <a:rPr lang="da-DK" sz="900" b="1" dirty="0" err="1">
                <a:latin typeface="Montserrat" pitchFamily="2" charset="0"/>
              </a:rPr>
              <a:t>tx_ctrl</a:t>
            </a:r>
            <a:endParaRPr lang="da-DK" sz="900" b="1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Reconstructs</a:t>
            </a:r>
            <a:r>
              <a:rPr lang="da-DK" sz="900" b="1" dirty="0">
                <a:latin typeface="Montserrat" pitchFamily="2" charset="0"/>
              </a:rPr>
              <a:t> frames per output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Decodes</a:t>
            </a:r>
            <a:r>
              <a:rPr lang="da-DK" sz="900" b="1" dirty="0">
                <a:latin typeface="Montserrat" pitchFamily="2" charset="0"/>
              </a:rPr>
              <a:t> MAC </a:t>
            </a:r>
            <a:r>
              <a:rPr lang="da-DK" sz="900" b="1" dirty="0" err="1">
                <a:latin typeface="Montserrat" pitchFamily="2" charset="0"/>
              </a:rPr>
              <a:t>addresses</a:t>
            </a:r>
            <a:endParaRPr lang="da-DK" sz="900" b="1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>
                <a:latin typeface="Montserrat" pitchFamily="2" charset="0"/>
              </a:rPr>
              <a:t>Counts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1400" dirty="0">
              <a:solidFill>
                <a:schemeClr val="accent1">
                  <a:lumMod val="75000"/>
                </a:schemeClr>
              </a:solidFill>
              <a:latin typeface="Montserrat" pitchFamily="2" charset="0"/>
            </a:endParaRPr>
          </a:p>
          <a:p>
            <a:r>
              <a:rPr lang="da-DK" sz="8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800" b="1" dirty="0" err="1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Actual</a:t>
            </a:r>
            <a:r>
              <a:rPr lang="da-DK" sz="8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  frames per port</a:t>
            </a:r>
          </a:p>
        </p:txBody>
      </p:sp>
      <p:sp>
        <p:nvSpPr>
          <p:cNvPr id="117" name="Rektangel: afrundede hjørner 116">
            <a:extLst>
              <a:ext uri="{FF2B5EF4-FFF2-40B4-BE49-F238E27FC236}">
                <a16:creationId xmlns:a16="http://schemas.microsoft.com/office/drawing/2014/main" id="{6B7A4E9C-FF96-CCF4-1775-E02BE37C7766}"/>
              </a:ext>
            </a:extLst>
          </p:cNvPr>
          <p:cNvSpPr/>
          <p:nvPr/>
        </p:nvSpPr>
        <p:spPr>
          <a:xfrm>
            <a:off x="1757834" y="135377"/>
            <a:ext cx="2120967" cy="2304738"/>
          </a:xfrm>
          <a:prstGeom prst="roundRect">
            <a:avLst/>
          </a:prstGeom>
          <a:solidFill>
            <a:srgbClr val="E6A2DE">
              <a:alpha val="49804"/>
            </a:srgbClr>
          </a:solidFill>
          <a:ln>
            <a:solidFill>
              <a:srgbClr val="E6A2D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1" name="Tekstfelt 120">
            <a:extLst>
              <a:ext uri="{FF2B5EF4-FFF2-40B4-BE49-F238E27FC236}">
                <a16:creationId xmlns:a16="http://schemas.microsoft.com/office/drawing/2014/main" id="{878DD09D-EC00-2F82-C3CB-05DFE0367325}"/>
              </a:ext>
            </a:extLst>
          </p:cNvPr>
          <p:cNvSpPr txBox="1"/>
          <p:nvPr/>
        </p:nvSpPr>
        <p:spPr>
          <a:xfrm>
            <a:off x="1874355" y="298247"/>
            <a:ext cx="221224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chemeClr val="accent5">
                    <a:lumMod val="75000"/>
                  </a:schemeClr>
                </a:solidFill>
                <a:latin typeface="Montserrat" pitchFamily="2" charset="0"/>
              </a:rPr>
              <a:t>     </a:t>
            </a:r>
            <a:r>
              <a:rPr lang="da-DK" sz="1100" b="1" dirty="0">
                <a:solidFill>
                  <a:srgbClr val="78206E"/>
                </a:solidFill>
                <a:latin typeface="Montserrat" pitchFamily="2" charset="0"/>
              </a:rPr>
              <a:t>SWITCH</a:t>
            </a:r>
            <a:r>
              <a:rPr lang="da-DK" sz="1100" b="1" dirty="0">
                <a:solidFill>
                  <a:schemeClr val="accent5">
                    <a:lumMod val="75000"/>
                  </a:schemeClr>
                </a:solidFill>
                <a:latin typeface="Montserrat" pitchFamily="2" charset="0"/>
              </a:rPr>
              <a:t> DRIVER</a:t>
            </a:r>
          </a:p>
          <a:p>
            <a:endParaRPr lang="da-DK" sz="8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Computes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expected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behavior</a:t>
            </a:r>
            <a:endParaRPr lang="da-DK" sz="900" b="1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Maintains</a:t>
            </a:r>
            <a:r>
              <a:rPr lang="da-DK" sz="900" b="1" dirty="0">
                <a:latin typeface="Montserrat" pitchFamily="2" charset="0"/>
              </a:rPr>
              <a:t> MAC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>
                <a:latin typeface="Montserrat" pitchFamily="2" charset="0"/>
              </a:rPr>
              <a:t>Splits frames to </a:t>
            </a:r>
            <a:r>
              <a:rPr lang="da-DK" sz="900" b="1" dirty="0" err="1">
                <a:latin typeface="Montserrat" pitchFamily="2" charset="0"/>
              </a:rPr>
              <a:t>expected</a:t>
            </a:r>
            <a:r>
              <a:rPr lang="da-DK" sz="900" b="1" dirty="0">
                <a:latin typeface="Montserrat" pitchFamily="2" charset="0"/>
              </a:rPr>
              <a:t> destination 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900" b="1" dirty="0">
                <a:latin typeface="Montserrat" pitchFamily="2" charset="0"/>
              </a:rPr>
              <a:t>Drives frames </a:t>
            </a:r>
            <a:r>
              <a:rPr lang="da-DK" sz="900" b="1" dirty="0" err="1">
                <a:latin typeface="Montserrat" pitchFamily="2" charset="0"/>
              </a:rPr>
              <a:t>onto</a:t>
            </a:r>
            <a:r>
              <a:rPr lang="da-DK" sz="900" b="1" dirty="0">
                <a:latin typeface="Montserrat" pitchFamily="2" charset="0"/>
              </a:rPr>
              <a:t> RX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1400" dirty="0">
              <a:solidFill>
                <a:schemeClr val="accent1">
                  <a:lumMod val="75000"/>
                </a:schemeClr>
              </a:solidFill>
              <a:latin typeface="Montserrat" pitchFamily="2" charset="0"/>
            </a:endParaRPr>
          </a:p>
          <a:p>
            <a:r>
              <a:rPr lang="da-DK" sz="800" b="1" dirty="0">
                <a:solidFill>
                  <a:schemeClr val="accent5">
                    <a:lumMod val="75000"/>
                  </a:schemeClr>
                </a:solidFill>
                <a:latin typeface="Montserrat" pitchFamily="2" charset="0"/>
              </a:rPr>
              <a:t>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800" b="1" dirty="0">
                <a:solidFill>
                  <a:schemeClr val="accent5">
                    <a:lumMod val="75000"/>
                  </a:schemeClr>
                </a:solidFill>
                <a:latin typeface="Montserrat" pitchFamily="2" charset="0"/>
              </a:rPr>
              <a:t>RX stimulus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800" b="1" dirty="0" err="1">
                <a:solidFill>
                  <a:schemeClr val="accent5">
                    <a:lumMod val="75000"/>
                  </a:schemeClr>
                </a:solidFill>
                <a:latin typeface="Montserrat" pitchFamily="2" charset="0"/>
              </a:rPr>
              <a:t>Expected</a:t>
            </a:r>
            <a:r>
              <a:rPr lang="da-DK" sz="800" b="1" dirty="0">
                <a:solidFill>
                  <a:schemeClr val="accent5">
                    <a:lumMod val="75000"/>
                  </a:schemeClr>
                </a:solidFill>
                <a:latin typeface="Montserrat" pitchFamily="2" charset="0"/>
              </a:rPr>
              <a:t> frames per port</a:t>
            </a:r>
          </a:p>
        </p:txBody>
      </p:sp>
      <p:sp>
        <p:nvSpPr>
          <p:cNvPr id="125" name="Rektangel: afrundede hjørner 124">
            <a:extLst>
              <a:ext uri="{FF2B5EF4-FFF2-40B4-BE49-F238E27FC236}">
                <a16:creationId xmlns:a16="http://schemas.microsoft.com/office/drawing/2014/main" id="{8CCC71A8-BDFC-4613-798D-6B9CBF5D0DB5}"/>
              </a:ext>
            </a:extLst>
          </p:cNvPr>
          <p:cNvSpPr/>
          <p:nvPr/>
        </p:nvSpPr>
        <p:spPr>
          <a:xfrm>
            <a:off x="2517437" y="4738178"/>
            <a:ext cx="4245356" cy="1195480"/>
          </a:xfrm>
          <a:prstGeom prst="roundRect">
            <a:avLst/>
          </a:prstGeom>
          <a:solidFill>
            <a:srgbClr val="FF8181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8" name="Tekstfelt 127">
            <a:extLst>
              <a:ext uri="{FF2B5EF4-FFF2-40B4-BE49-F238E27FC236}">
                <a16:creationId xmlns:a16="http://schemas.microsoft.com/office/drawing/2014/main" id="{8F5D5B92-EBB3-8822-4A98-13C89D3DC948}"/>
              </a:ext>
            </a:extLst>
          </p:cNvPr>
          <p:cNvSpPr txBox="1"/>
          <p:nvPr/>
        </p:nvSpPr>
        <p:spPr>
          <a:xfrm>
            <a:off x="2625486" y="4832174"/>
            <a:ext cx="398675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rgbClr val="FF3333"/>
                </a:solidFill>
                <a:latin typeface="Montserrat" pitchFamily="2" charset="0"/>
              </a:rPr>
              <a:t>                                 SCOREBOARD</a:t>
            </a:r>
            <a:br>
              <a:rPr lang="da-DK" sz="1100" b="1" dirty="0">
                <a:solidFill>
                  <a:srgbClr val="FF3333"/>
                </a:solidFill>
                <a:latin typeface="Montserrat" pitchFamily="2" charset="0"/>
              </a:rPr>
            </a:br>
            <a:endParaRPr lang="da-DK" sz="900" b="1" dirty="0">
              <a:latin typeface="Montserrat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 dirty="0">
                <a:latin typeface="Montserrat" pitchFamily="2" charset="0"/>
              </a:rPr>
              <a:t>Matches </a:t>
            </a:r>
            <a:r>
              <a:rPr lang="da-DK" sz="900" b="1" dirty="0" err="1">
                <a:latin typeface="Montserrat" pitchFamily="2" charset="0"/>
              </a:rPr>
              <a:t>actual</a:t>
            </a:r>
            <a:r>
              <a:rPr lang="da-DK" sz="900" b="1" dirty="0">
                <a:latin typeface="Montserrat" pitchFamily="2" charset="0"/>
              </a:rPr>
              <a:t> frames with </a:t>
            </a:r>
            <a:r>
              <a:rPr lang="da-DK" sz="900" b="1" dirty="0" err="1">
                <a:latin typeface="Montserrat" pitchFamily="2" charset="0"/>
              </a:rPr>
              <a:t>expected</a:t>
            </a:r>
            <a:r>
              <a:rPr lang="da-DK" sz="900" b="1" dirty="0">
                <a:latin typeface="Montserrat" pitchFamily="2" charset="0"/>
              </a:rPr>
              <a:t> frames (per port)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Compares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full</a:t>
            </a:r>
            <a:r>
              <a:rPr lang="da-DK" sz="900" b="1" dirty="0">
                <a:latin typeface="Montserrat" pitchFamily="2" charset="0"/>
              </a:rPr>
              <a:t> frame contents (byte by byte)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 dirty="0">
                <a:latin typeface="Montserrat" pitchFamily="2" charset="0"/>
              </a:rPr>
              <a:t>Reports mismatches and </a:t>
            </a:r>
            <a:r>
              <a:rPr lang="da-DK" sz="900" b="1" dirty="0" err="1">
                <a:latin typeface="Montserrat" pitchFamily="2" charset="0"/>
              </a:rPr>
              <a:t>unexpected</a:t>
            </a:r>
            <a:r>
              <a:rPr lang="da-DK" sz="900" b="1" dirty="0">
                <a:latin typeface="Montserrat" pitchFamily="2" charset="0"/>
              </a:rPr>
              <a:t> frames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 dirty="0" err="1">
                <a:latin typeface="Montserrat" pitchFamily="2" charset="0"/>
              </a:rPr>
              <a:t>Maintains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error</a:t>
            </a:r>
            <a:r>
              <a:rPr lang="da-DK" sz="900" b="1" dirty="0">
                <a:latin typeface="Montserrat" pitchFamily="2" charset="0"/>
              </a:rPr>
              <a:t> </a:t>
            </a:r>
            <a:r>
              <a:rPr lang="da-DK" sz="900" b="1" dirty="0" err="1">
                <a:latin typeface="Montserrat" pitchFamily="2" charset="0"/>
              </a:rPr>
              <a:t>count</a:t>
            </a:r>
            <a:r>
              <a:rPr lang="da-DK" sz="900" b="1" dirty="0">
                <a:latin typeface="Montserrat" pitchFamily="2" charset="0"/>
              </a:rPr>
              <a:t> and total </a:t>
            </a:r>
            <a:r>
              <a:rPr lang="da-DK" sz="900" b="1" dirty="0" err="1">
                <a:latin typeface="Montserrat" pitchFamily="2" charset="0"/>
              </a:rPr>
              <a:t>comparisons</a:t>
            </a:r>
            <a:endParaRPr lang="da-DK" sz="1100" b="1" dirty="0">
              <a:latin typeface="Montserrat" pitchFamily="2" charset="0"/>
            </a:endParaRPr>
          </a:p>
        </p:txBody>
      </p:sp>
      <p:sp>
        <p:nvSpPr>
          <p:cNvPr id="129" name="Rektangel: afrundede hjørner 128">
            <a:extLst>
              <a:ext uri="{FF2B5EF4-FFF2-40B4-BE49-F238E27FC236}">
                <a16:creationId xmlns:a16="http://schemas.microsoft.com/office/drawing/2014/main" id="{1D8D9B4F-6BD6-3D61-2FE8-6107E56457E7}"/>
              </a:ext>
            </a:extLst>
          </p:cNvPr>
          <p:cNvSpPr/>
          <p:nvPr/>
        </p:nvSpPr>
        <p:spPr>
          <a:xfrm>
            <a:off x="7230373" y="4876756"/>
            <a:ext cx="2101587" cy="895720"/>
          </a:xfrm>
          <a:prstGeom prst="roundRect">
            <a:avLst/>
          </a:prstGeom>
          <a:solidFill>
            <a:srgbClr val="A0E2F6">
              <a:alpha val="49804"/>
            </a:srgbClr>
          </a:solidFill>
          <a:ln>
            <a:solidFill>
              <a:srgbClr val="A0E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0" name="Rektangel: afrundede hjørner 129">
            <a:extLst>
              <a:ext uri="{FF2B5EF4-FFF2-40B4-BE49-F238E27FC236}">
                <a16:creationId xmlns:a16="http://schemas.microsoft.com/office/drawing/2014/main" id="{F17E7603-0EC9-D661-20CB-3F2BCE2DEAD0}"/>
              </a:ext>
            </a:extLst>
          </p:cNvPr>
          <p:cNvSpPr/>
          <p:nvPr/>
        </p:nvSpPr>
        <p:spPr>
          <a:xfrm>
            <a:off x="3839740" y="6062134"/>
            <a:ext cx="1593320" cy="660489"/>
          </a:xfrm>
          <a:prstGeom prst="roundRect">
            <a:avLst/>
          </a:prstGeom>
          <a:solidFill>
            <a:srgbClr val="FF8181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1" name="Tekstfelt 130">
            <a:extLst>
              <a:ext uri="{FF2B5EF4-FFF2-40B4-BE49-F238E27FC236}">
                <a16:creationId xmlns:a16="http://schemas.microsoft.com/office/drawing/2014/main" id="{5F7A620C-4D69-7478-13EE-DD156CDD8D62}"/>
              </a:ext>
            </a:extLst>
          </p:cNvPr>
          <p:cNvSpPr txBox="1"/>
          <p:nvPr/>
        </p:nvSpPr>
        <p:spPr>
          <a:xfrm>
            <a:off x="3892352" y="6115379"/>
            <a:ext cx="152591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rgbClr val="FF3333"/>
                </a:solidFill>
                <a:latin typeface="Montserrat" pitchFamily="2" charset="0"/>
              </a:rPr>
              <a:t>    FINAL REPORT</a:t>
            </a:r>
          </a:p>
          <a:p>
            <a:r>
              <a:rPr lang="da-DK" sz="900" b="1" dirty="0">
                <a:latin typeface="Montserrat" pitchFamily="2" charset="0"/>
              </a:rPr>
              <a:t>            PASS/FAIL</a:t>
            </a:r>
            <a:br>
              <a:rPr lang="da-DK" sz="1100" b="1" dirty="0">
                <a:solidFill>
                  <a:srgbClr val="FF3333"/>
                </a:solidFill>
                <a:latin typeface="Montserrat" pitchFamily="2" charset="0"/>
              </a:rPr>
            </a:br>
            <a:r>
              <a:rPr lang="da-DK" sz="1100" b="1" dirty="0">
                <a:solidFill>
                  <a:srgbClr val="FF3333"/>
                </a:solidFill>
                <a:latin typeface="Montserrat" pitchFamily="2" charset="0"/>
              </a:rPr>
              <a:t> </a:t>
            </a:r>
            <a:r>
              <a:rPr lang="da-DK" sz="900" dirty="0">
                <a:latin typeface="Montserrat" pitchFamily="2" charset="0"/>
              </a:rPr>
              <a:t>(</a:t>
            </a:r>
            <a:r>
              <a:rPr lang="da-DK" sz="900" dirty="0" err="1">
                <a:latin typeface="Montserrat" pitchFamily="2" charset="0"/>
              </a:rPr>
              <a:t>Errors</a:t>
            </a:r>
            <a:r>
              <a:rPr lang="da-DK" sz="900" dirty="0">
                <a:latin typeface="Montserrat" pitchFamily="2" charset="0"/>
              </a:rPr>
              <a:t>, </a:t>
            </a:r>
            <a:r>
              <a:rPr lang="da-DK" sz="900" dirty="0" err="1">
                <a:latin typeface="Montserrat" pitchFamily="2" charset="0"/>
              </a:rPr>
              <a:t>comparisons</a:t>
            </a:r>
            <a:r>
              <a:rPr lang="da-DK" sz="900" dirty="0">
                <a:latin typeface="Montserrat" pitchFamily="2" charset="0"/>
              </a:rPr>
              <a:t>)</a:t>
            </a:r>
          </a:p>
        </p:txBody>
      </p:sp>
      <p:cxnSp>
        <p:nvCxnSpPr>
          <p:cNvPr id="133" name="Lige pilforbindelse 132">
            <a:extLst>
              <a:ext uri="{FF2B5EF4-FFF2-40B4-BE49-F238E27FC236}">
                <a16:creationId xmlns:a16="http://schemas.microsoft.com/office/drawing/2014/main" id="{2203959C-BE06-7C88-F346-2336F2F586BB}"/>
              </a:ext>
            </a:extLst>
          </p:cNvPr>
          <p:cNvCxnSpPr>
            <a:cxnSpLocks/>
            <a:stCxn id="125" idx="2"/>
            <a:endCxn id="130" idx="0"/>
          </p:cNvCxnSpPr>
          <p:nvPr/>
        </p:nvCxnSpPr>
        <p:spPr>
          <a:xfrm flipH="1">
            <a:off x="4636400" y="5933658"/>
            <a:ext cx="3715" cy="128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Tekstfelt 136">
            <a:extLst>
              <a:ext uri="{FF2B5EF4-FFF2-40B4-BE49-F238E27FC236}">
                <a16:creationId xmlns:a16="http://schemas.microsoft.com/office/drawing/2014/main" id="{CF1F3130-D146-1648-64BD-41833C67C8CA}"/>
              </a:ext>
            </a:extLst>
          </p:cNvPr>
          <p:cNvSpPr txBox="1"/>
          <p:nvPr/>
        </p:nvSpPr>
        <p:spPr>
          <a:xfrm>
            <a:off x="7304204" y="4955284"/>
            <a:ext cx="19745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 err="1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Actual</a:t>
            </a:r>
            <a:r>
              <a:rPr lang="da-DK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 Frame </a:t>
            </a:r>
            <a:r>
              <a:rPr lang="da-DK" sz="1100" b="1" dirty="0" err="1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Mailboxes</a:t>
            </a:r>
            <a:r>
              <a:rPr lang="da-DK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 (</a:t>
            </a:r>
            <a:r>
              <a:rPr lang="da-DK" sz="1100" b="1" dirty="0" err="1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act_q</a:t>
            </a:r>
            <a:r>
              <a:rPr lang="da-DK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[3:0])</a:t>
            </a:r>
            <a:br>
              <a:rPr lang="da-DK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</a:br>
            <a:endParaRPr lang="da-DK" sz="1100" b="1" dirty="0">
              <a:solidFill>
                <a:schemeClr val="accent1">
                  <a:lumMod val="75000"/>
                </a:schemeClr>
              </a:solidFill>
              <a:latin typeface="Montserrat" pitchFamily="2" charset="0"/>
            </a:endParaRPr>
          </a:p>
          <a:p>
            <a:r>
              <a:rPr lang="da-DK" sz="900" dirty="0">
                <a:latin typeface="Montserrat" pitchFamily="2" charset="0"/>
              </a:rPr>
              <a:t>One </a:t>
            </a:r>
            <a:r>
              <a:rPr lang="da-DK" sz="900" dirty="0" err="1">
                <a:latin typeface="Montserrat" pitchFamily="2" charset="0"/>
              </a:rPr>
              <a:t>mailbox</a:t>
            </a:r>
            <a:r>
              <a:rPr lang="da-DK" sz="900" dirty="0">
                <a:latin typeface="Montserrat" pitchFamily="2" charset="0"/>
              </a:rPr>
              <a:t> per output port</a:t>
            </a:r>
            <a:endParaRPr lang="da-DK" sz="500" dirty="0">
              <a:latin typeface="Montserrat" pitchFamily="2" charset="0"/>
            </a:endParaRPr>
          </a:p>
        </p:txBody>
      </p:sp>
      <p:cxnSp>
        <p:nvCxnSpPr>
          <p:cNvPr id="139" name="Lige pilforbindelse 138">
            <a:extLst>
              <a:ext uri="{FF2B5EF4-FFF2-40B4-BE49-F238E27FC236}">
                <a16:creationId xmlns:a16="http://schemas.microsoft.com/office/drawing/2014/main" id="{EE46A058-D408-5C48-FC90-A2EC995A4833}"/>
              </a:ext>
            </a:extLst>
          </p:cNvPr>
          <p:cNvCxnSpPr>
            <a:cxnSpLocks/>
            <a:stCxn id="129" idx="1"/>
            <a:endCxn id="125" idx="3"/>
          </p:cNvCxnSpPr>
          <p:nvPr/>
        </p:nvCxnSpPr>
        <p:spPr>
          <a:xfrm flipH="1">
            <a:off x="6762793" y="5324616"/>
            <a:ext cx="467580" cy="1130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Forbindelse: vinklet 147">
            <a:extLst>
              <a:ext uri="{FF2B5EF4-FFF2-40B4-BE49-F238E27FC236}">
                <a16:creationId xmlns:a16="http://schemas.microsoft.com/office/drawing/2014/main" id="{637AD5E5-2C90-906B-B884-83E4C3BDB537}"/>
              </a:ext>
            </a:extLst>
          </p:cNvPr>
          <p:cNvCxnSpPr>
            <a:cxnSpLocks/>
            <a:stCxn id="112" idx="2"/>
            <a:endCxn id="129" idx="3"/>
          </p:cNvCxnSpPr>
          <p:nvPr/>
        </p:nvCxnSpPr>
        <p:spPr>
          <a:xfrm rot="16200000" flipH="1">
            <a:off x="8551286" y="4543942"/>
            <a:ext cx="863440" cy="697907"/>
          </a:xfrm>
          <a:prstGeom prst="bentConnector4">
            <a:avLst>
              <a:gd name="adj1" fmla="val 24065"/>
              <a:gd name="adj2" fmla="val 131573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kstfelt 155">
            <a:extLst>
              <a:ext uri="{FF2B5EF4-FFF2-40B4-BE49-F238E27FC236}">
                <a16:creationId xmlns:a16="http://schemas.microsoft.com/office/drawing/2014/main" id="{AE016ED0-DDD7-9E2E-BD66-CF11F3DDCBA5}"/>
              </a:ext>
            </a:extLst>
          </p:cNvPr>
          <p:cNvSpPr txBox="1"/>
          <p:nvPr/>
        </p:nvSpPr>
        <p:spPr>
          <a:xfrm>
            <a:off x="54624" y="4966586"/>
            <a:ext cx="2178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 err="1">
                <a:solidFill>
                  <a:srgbClr val="78206E"/>
                </a:solidFill>
                <a:latin typeface="Montserrat" pitchFamily="2" charset="0"/>
              </a:rPr>
              <a:t>Expected</a:t>
            </a:r>
            <a:r>
              <a:rPr lang="da-DK" sz="1100" b="1" dirty="0">
                <a:solidFill>
                  <a:srgbClr val="78206E"/>
                </a:solidFill>
                <a:latin typeface="Montserrat" pitchFamily="2" charset="0"/>
              </a:rPr>
              <a:t> Frame </a:t>
            </a:r>
            <a:r>
              <a:rPr lang="da-DK" sz="1100" b="1" dirty="0" err="1">
                <a:solidFill>
                  <a:srgbClr val="78206E"/>
                </a:solidFill>
                <a:latin typeface="Montserrat" pitchFamily="2" charset="0"/>
              </a:rPr>
              <a:t>Mailboxes</a:t>
            </a:r>
            <a:r>
              <a:rPr lang="da-DK" sz="1100" b="1" dirty="0">
                <a:solidFill>
                  <a:srgbClr val="78206E"/>
                </a:solidFill>
                <a:latin typeface="Montserrat" pitchFamily="2" charset="0"/>
              </a:rPr>
              <a:t> (</a:t>
            </a:r>
            <a:r>
              <a:rPr lang="da-DK" sz="1100" b="1" dirty="0" err="1">
                <a:solidFill>
                  <a:srgbClr val="78206E"/>
                </a:solidFill>
                <a:latin typeface="Montserrat" pitchFamily="2" charset="0"/>
              </a:rPr>
              <a:t>exp_q</a:t>
            </a:r>
            <a:r>
              <a:rPr lang="da-DK" sz="1100" b="1" dirty="0">
                <a:solidFill>
                  <a:srgbClr val="78206E"/>
                </a:solidFill>
                <a:latin typeface="Montserrat" pitchFamily="2" charset="0"/>
              </a:rPr>
              <a:t>[3:0])</a:t>
            </a:r>
            <a:br>
              <a:rPr lang="da-DK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</a:br>
            <a:endParaRPr lang="da-DK" sz="1100" b="1" dirty="0">
              <a:latin typeface="Montserrat" pitchFamily="2" charset="0"/>
            </a:endParaRPr>
          </a:p>
          <a:p>
            <a:r>
              <a:rPr lang="da-DK" sz="900" dirty="0">
                <a:latin typeface="Montserrat" pitchFamily="2" charset="0"/>
              </a:rPr>
              <a:t>One </a:t>
            </a:r>
            <a:r>
              <a:rPr lang="da-DK" sz="900" dirty="0" err="1">
                <a:latin typeface="Montserrat" pitchFamily="2" charset="0"/>
              </a:rPr>
              <a:t>mailbox</a:t>
            </a:r>
            <a:r>
              <a:rPr lang="da-DK" sz="900" dirty="0">
                <a:latin typeface="Montserrat" pitchFamily="2" charset="0"/>
              </a:rPr>
              <a:t> per output port</a:t>
            </a:r>
            <a:endParaRPr lang="da-DK" sz="500" dirty="0">
              <a:latin typeface="Montserrat" pitchFamily="2" charset="0"/>
            </a:endParaRPr>
          </a:p>
        </p:txBody>
      </p:sp>
      <p:cxnSp>
        <p:nvCxnSpPr>
          <p:cNvPr id="163" name="Lige pilforbindelse 162">
            <a:extLst>
              <a:ext uri="{FF2B5EF4-FFF2-40B4-BE49-F238E27FC236}">
                <a16:creationId xmlns:a16="http://schemas.microsoft.com/office/drawing/2014/main" id="{97706ECF-2690-9CC0-720B-534E09555535}"/>
              </a:ext>
            </a:extLst>
          </p:cNvPr>
          <p:cNvCxnSpPr>
            <a:stCxn id="156" idx="3"/>
            <a:endCxn id="125" idx="1"/>
          </p:cNvCxnSpPr>
          <p:nvPr/>
        </p:nvCxnSpPr>
        <p:spPr>
          <a:xfrm>
            <a:off x="2233391" y="5335918"/>
            <a:ext cx="284046" cy="0"/>
          </a:xfrm>
          <a:prstGeom prst="straightConnector1">
            <a:avLst/>
          </a:prstGeom>
          <a:ln>
            <a:solidFill>
              <a:srgbClr val="78206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Forbindelse: vinklet 165">
            <a:extLst>
              <a:ext uri="{FF2B5EF4-FFF2-40B4-BE49-F238E27FC236}">
                <a16:creationId xmlns:a16="http://schemas.microsoft.com/office/drawing/2014/main" id="{FA8FB317-14E2-CC9C-1FE9-7052A6DDDD89}"/>
              </a:ext>
            </a:extLst>
          </p:cNvPr>
          <p:cNvCxnSpPr>
            <a:cxnSpLocks/>
            <a:stCxn id="117" idx="1"/>
          </p:cNvCxnSpPr>
          <p:nvPr/>
        </p:nvCxnSpPr>
        <p:spPr>
          <a:xfrm rot="10800000" flipV="1">
            <a:off x="1652176" y="1287746"/>
            <a:ext cx="105659" cy="3587744"/>
          </a:xfrm>
          <a:prstGeom prst="bentConnector2">
            <a:avLst/>
          </a:prstGeom>
          <a:ln>
            <a:solidFill>
              <a:srgbClr val="78206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ktangel: afrundede hjørner 171">
            <a:extLst>
              <a:ext uri="{FF2B5EF4-FFF2-40B4-BE49-F238E27FC236}">
                <a16:creationId xmlns:a16="http://schemas.microsoft.com/office/drawing/2014/main" id="{4CFF86C6-3C56-90E3-C49B-2ED6A1C9A9FC}"/>
              </a:ext>
            </a:extLst>
          </p:cNvPr>
          <p:cNvSpPr/>
          <p:nvPr/>
        </p:nvSpPr>
        <p:spPr>
          <a:xfrm>
            <a:off x="79167" y="382353"/>
            <a:ext cx="1507456" cy="65450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E9713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100" b="1" dirty="0">
              <a:solidFill>
                <a:schemeClr val="tx1"/>
              </a:solidFill>
              <a:latin typeface="Montserrat" pitchFamily="2" charset="0"/>
            </a:endParaRPr>
          </a:p>
          <a:p>
            <a:pPr algn="ctr"/>
            <a:endParaRPr lang="da-DK" sz="1100" b="1" dirty="0">
              <a:solidFill>
                <a:schemeClr val="tx1"/>
              </a:solidFill>
              <a:latin typeface="Montserrat" pitchFamily="2" charset="0"/>
            </a:endParaRPr>
          </a:p>
          <a:p>
            <a:pPr algn="ctr"/>
            <a:r>
              <a:rPr lang="da-DK" sz="1100" b="1" dirty="0">
                <a:solidFill>
                  <a:schemeClr val="tx1"/>
                </a:solidFill>
                <a:latin typeface="Montserrat" pitchFamily="2" charset="0"/>
              </a:rPr>
              <a:t>TEST SCENARIOS</a:t>
            </a:r>
          </a:p>
          <a:p>
            <a:pPr algn="ctr"/>
            <a:r>
              <a:rPr lang="da-DK" sz="900" b="1" dirty="0">
                <a:solidFill>
                  <a:schemeClr val="tx1"/>
                </a:solidFill>
                <a:latin typeface="Montserrat" pitchFamily="2" charset="0"/>
              </a:rPr>
              <a:t>TC1-TC10</a:t>
            </a:r>
            <a:br>
              <a:rPr lang="da-DK" sz="1200" b="1" dirty="0">
                <a:solidFill>
                  <a:schemeClr val="tx1"/>
                </a:solidFill>
                <a:latin typeface="Montserrat" pitchFamily="2" charset="0"/>
              </a:rPr>
            </a:br>
            <a:endParaRPr lang="da-DK" sz="1200" b="1" dirty="0">
              <a:solidFill>
                <a:schemeClr val="tx1"/>
              </a:solidFill>
              <a:latin typeface="Montserrat" pitchFamily="2" charset="0"/>
            </a:endParaRPr>
          </a:p>
          <a:p>
            <a:pPr algn="ctr"/>
            <a:endParaRPr lang="da-DK" sz="1200" dirty="0">
              <a:solidFill>
                <a:schemeClr val="tx1"/>
              </a:solidFill>
            </a:endParaRPr>
          </a:p>
        </p:txBody>
      </p:sp>
      <p:cxnSp>
        <p:nvCxnSpPr>
          <p:cNvPr id="174" name="Lige pilforbindelse 173">
            <a:extLst>
              <a:ext uri="{FF2B5EF4-FFF2-40B4-BE49-F238E27FC236}">
                <a16:creationId xmlns:a16="http://schemas.microsoft.com/office/drawing/2014/main" id="{5733D231-A7F0-91C0-6A2C-7239F306A262}"/>
              </a:ext>
            </a:extLst>
          </p:cNvPr>
          <p:cNvCxnSpPr>
            <a:stCxn id="172" idx="3"/>
          </p:cNvCxnSpPr>
          <p:nvPr/>
        </p:nvCxnSpPr>
        <p:spPr>
          <a:xfrm>
            <a:off x="1586623" y="709606"/>
            <a:ext cx="1712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689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237</Words>
  <Application>Microsoft Office PowerPoint</Application>
  <PresentationFormat>A4-papir (210 x 297 mm)</PresentationFormat>
  <Paragraphs>55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 Araweelo Almis</dc:creator>
  <cp:lastModifiedBy>Amal Araweelo Almis</cp:lastModifiedBy>
  <cp:revision>1</cp:revision>
  <dcterms:created xsi:type="dcterms:W3CDTF">2026-05-16T13:36:11Z</dcterms:created>
  <dcterms:modified xsi:type="dcterms:W3CDTF">2026-05-16T14:28:54Z</dcterms:modified>
</cp:coreProperties>
</file>